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4" r:id="rId3"/>
    <p:sldId id="265" r:id="rId4"/>
    <p:sldId id="267" r:id="rId5"/>
    <p:sldId id="266" r:id="rId6"/>
    <p:sldId id="268" r:id="rId7"/>
    <p:sldId id="269" r:id="rId8"/>
    <p:sldId id="274" r:id="rId9"/>
    <p:sldId id="258" r:id="rId10"/>
    <p:sldId id="259" r:id="rId11"/>
    <p:sldId id="310" r:id="rId12"/>
    <p:sldId id="324" r:id="rId13"/>
    <p:sldId id="280" r:id="rId14"/>
    <p:sldId id="275" r:id="rId15"/>
    <p:sldId id="263" r:id="rId16"/>
    <p:sldId id="281" r:id="rId17"/>
    <p:sldId id="282" r:id="rId18"/>
    <p:sldId id="283" r:id="rId19"/>
    <p:sldId id="284" r:id="rId20"/>
    <p:sldId id="317" r:id="rId21"/>
    <p:sldId id="315" r:id="rId22"/>
    <p:sldId id="316" r:id="rId23"/>
    <p:sldId id="318" r:id="rId24"/>
    <p:sldId id="319" r:id="rId25"/>
    <p:sldId id="320" r:id="rId26"/>
    <p:sldId id="321" r:id="rId27"/>
    <p:sldId id="322" r:id="rId28"/>
    <p:sldId id="311" r:id="rId29"/>
    <p:sldId id="297" r:id="rId30"/>
    <p:sldId id="298" r:id="rId31"/>
    <p:sldId id="301" r:id="rId32"/>
    <p:sldId id="302" r:id="rId33"/>
    <p:sldId id="303" r:id="rId34"/>
    <p:sldId id="299" r:id="rId35"/>
    <p:sldId id="306" r:id="rId36"/>
    <p:sldId id="307" r:id="rId37"/>
    <p:sldId id="286" r:id="rId38"/>
    <p:sldId id="287" r:id="rId39"/>
    <p:sldId id="309" r:id="rId40"/>
    <p:sldId id="312"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p:cViewPr varScale="1">
        <p:scale>
          <a:sx n="82" d="100"/>
          <a:sy n="82" d="100"/>
        </p:scale>
        <p:origin x="672"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pPr/>
              <a:t>5/29/2025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pPr/>
              <a:t>5/29/2025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pPr/>
              <a:t>5/29/2025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pPr/>
              <a:t>5/29/2025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pPr/>
              <a:t>5/29/2025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pPr/>
              <a:t>5/29/2025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pPr/>
              <a:t>5/29/2025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5/29/2025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5/29/2025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pPr/>
              <a:t>5/29/2025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pPr/>
              <a:t>5/29/2025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pPr/>
              <a:t>5/29/2025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nvSpPr>
        <p:spPr>
          <a:xfrm>
            <a:off x="628074" y="129310"/>
            <a:ext cx="10917382" cy="28494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dirty="0">
                <a:ln>
                  <a:solidFill>
                    <a:srgbClr val="FF0000"/>
                  </a:solidFill>
                </a:ln>
                <a:solidFill>
                  <a:srgbClr val="FF0000"/>
                </a:solidFill>
                <a:latin typeface="Times New Roman" panose="02020603050405020304"/>
                <a:cs typeface="Times New Roman" panose="02020603050405020304"/>
              </a:rPr>
              <a:t>BHOJ REDDY ENGINEERING COLLEGE FOR WOMEN</a:t>
            </a:r>
            <a:br>
              <a:rPr lang="en-US" sz="2800" dirty="0">
                <a:ln>
                  <a:solidFill>
                    <a:srgbClr val="FF0000"/>
                  </a:solidFill>
                </a:ln>
                <a:latin typeface="Times New Roman" panose="02020603050405020304" pitchFamily="18" charset="0"/>
                <a:cs typeface="Times New Roman" panose="02020603050405020304" pitchFamily="18" charset="0"/>
              </a:rPr>
            </a:br>
            <a:r>
              <a:rPr lang="en-US" sz="2400" dirty="0">
                <a:ln>
                  <a:solidFill>
                    <a:srgbClr val="FF0000"/>
                  </a:solidFill>
                </a:ln>
                <a:solidFill>
                  <a:srgbClr val="FF0000"/>
                </a:solidFill>
                <a:latin typeface="Times New Roman" panose="02020603050405020304"/>
                <a:cs typeface="Times New Roman" panose="02020603050405020304"/>
              </a:rPr>
              <a:t>DEPARTMENT OF INFORMATION TECHNOLOGY</a:t>
            </a:r>
            <a:br>
              <a:rPr lang="en-US" sz="2400" dirty="0">
                <a:ln>
                  <a:solidFill>
                    <a:srgbClr val="FF0000"/>
                  </a:solidFill>
                </a:ln>
                <a:latin typeface="Times New Roman" panose="02020603050405020304" pitchFamily="18" charset="0"/>
                <a:cs typeface="Times New Roman" panose="02020603050405020304" pitchFamily="18" charset="0"/>
              </a:rPr>
            </a:br>
            <a:r>
              <a:rPr lang="en-US" sz="2400" dirty="0">
                <a:ln>
                  <a:solidFill>
                    <a:srgbClr val="FF0000"/>
                  </a:solidFill>
                </a:ln>
                <a:solidFill>
                  <a:srgbClr val="FF0000"/>
                </a:solidFill>
                <a:latin typeface="Times New Roman" panose="02020603050405020304"/>
                <a:cs typeface="Times New Roman" panose="02020603050405020304"/>
              </a:rPr>
              <a:t>II B Tech. II Sem. A Section Project Abstract Seminar</a:t>
            </a:r>
            <a:br>
              <a:rPr lang="en-US" sz="2400" dirty="0">
                <a:ln>
                  <a:solidFill>
                    <a:srgbClr val="FF0000"/>
                  </a:solidFill>
                </a:ln>
                <a:latin typeface="Times New Roman" panose="02020603050405020304" pitchFamily="18" charset="0"/>
                <a:cs typeface="Times New Roman" panose="02020603050405020304" pitchFamily="18" charset="0"/>
              </a:rPr>
            </a:br>
            <a:r>
              <a:rPr lang="en-US" sz="2400" dirty="0">
                <a:ln>
                  <a:solidFill>
                    <a:srgbClr val="FF0000"/>
                  </a:solidFill>
                </a:ln>
                <a:solidFill>
                  <a:srgbClr val="FF0000"/>
                </a:solidFill>
                <a:latin typeface="Times New Roman" panose="02020603050405020304"/>
                <a:cs typeface="Times New Roman" panose="02020603050405020304"/>
              </a:rPr>
              <a:t>Academic Year 2024-25   Date:  -   -2025</a:t>
            </a:r>
            <a:br>
              <a:rPr lang="zh-CN" altLang="en-US" sz="1000" dirty="0"/>
            </a:br>
            <a:br>
              <a:rPr lang="en-US" sz="2200" dirty="0">
                <a:latin typeface="Times New Roman" panose="02020603050405020304" pitchFamily="18" charset="0"/>
                <a:cs typeface="Times New Roman" panose="02020603050405020304" pitchFamily="18" charset="0"/>
              </a:rPr>
            </a:br>
            <a:r>
              <a:rPr lang="en-US" sz="2400" dirty="0">
                <a:solidFill>
                  <a:schemeClr val="accent1">
                    <a:lumMod val="50000"/>
                  </a:schemeClr>
                </a:solidFill>
                <a:latin typeface="Times New Roman" panose="02020603050405020304"/>
                <a:cs typeface="Times New Roman" panose="02020603050405020304"/>
              </a:rPr>
              <a:t> Student Council Election Hub</a:t>
            </a:r>
          </a:p>
        </p:txBody>
      </p:sp>
      <p:sp>
        <p:nvSpPr>
          <p:cNvPr id="6" name="Subtitle 2"/>
          <p:cNvSpPr>
            <a:spLocks noGrp="1"/>
          </p:cNvSpPr>
          <p:nvPr/>
        </p:nvSpPr>
        <p:spPr>
          <a:xfrm>
            <a:off x="102870" y="2978785"/>
            <a:ext cx="11986260" cy="3476625"/>
          </a:xfrm>
          <a:prstGeom prst="rect">
            <a:avLst/>
          </a:prstGeom>
          <a:ln>
            <a:noFill/>
          </a:ln>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indent="0" fontAlgn="auto">
              <a:spcAft>
                <a:spcPts val="0"/>
              </a:spcAft>
              <a:buClr>
                <a:schemeClr val="accent3"/>
              </a:buClr>
              <a:buNone/>
            </a:pPr>
            <a:r>
              <a:rPr lang="en-IN" sz="2000" dirty="0">
                <a:solidFill>
                  <a:srgbClr val="FF9900"/>
                </a:solidFill>
                <a:latin typeface="Times New Roman" panose="02020603050405020304" pitchFamily="18" charset="0"/>
                <a:cs typeface="Times New Roman" panose="02020603050405020304" pitchFamily="18" charset="0"/>
              </a:rPr>
              <a:t>PRESENTED </a:t>
            </a:r>
          </a:p>
          <a:p>
            <a:pPr marL="0" indent="0" fontAlgn="auto">
              <a:spcAft>
                <a:spcPts val="0"/>
              </a:spcAft>
              <a:buClr>
                <a:schemeClr val="accent3"/>
              </a:buClr>
              <a:buNone/>
            </a:pPr>
            <a:r>
              <a:rPr lang="en-IN" sz="2000" dirty="0">
                <a:solidFill>
                  <a:srgbClr val="FF9900"/>
                </a:solidFill>
                <a:latin typeface="Times New Roman" panose="02020603050405020304" pitchFamily="18" charset="0"/>
                <a:cs typeface="Times New Roman" panose="02020603050405020304" pitchFamily="18" charset="0"/>
              </a:rPr>
              <a:t>BY</a:t>
            </a:r>
          </a:p>
          <a:p>
            <a:pPr marL="0" indent="0" fontAlgn="auto">
              <a:spcAft>
                <a:spcPts val="0"/>
              </a:spcAft>
              <a:buClr>
                <a:schemeClr val="accent3"/>
              </a:buClr>
              <a:buNone/>
            </a:pPr>
            <a:r>
              <a:rPr lang="en-US" sz="2000" dirty="0">
                <a:solidFill>
                  <a:srgbClr val="002060"/>
                </a:solidFill>
                <a:latin typeface="Times New Roman" panose="02020603050405020304"/>
                <a:cs typeface="Times New Roman" panose="02020603050405020304"/>
              </a:rPr>
              <a:t>M </a:t>
            </a:r>
            <a:r>
              <a:rPr lang="en-US" sz="2000" dirty="0" err="1">
                <a:solidFill>
                  <a:srgbClr val="002060"/>
                </a:solidFill>
                <a:latin typeface="Times New Roman" panose="02020603050405020304"/>
                <a:cs typeface="Times New Roman" panose="02020603050405020304"/>
              </a:rPr>
              <a:t>Lavanya</a:t>
            </a:r>
            <a:r>
              <a:rPr lang="en-US" sz="2000" dirty="0">
                <a:solidFill>
                  <a:srgbClr val="002060"/>
                </a:solidFill>
                <a:latin typeface="Times New Roman" panose="02020603050405020304"/>
                <a:cs typeface="Times New Roman" panose="02020603050405020304"/>
              </a:rPr>
              <a:t>                                23321A1239</a:t>
            </a:r>
          </a:p>
          <a:p>
            <a:r>
              <a:rPr lang="en-US" sz="2000" dirty="0">
                <a:solidFill>
                  <a:srgbClr val="002060"/>
                </a:solidFill>
                <a:latin typeface="Times New Roman" panose="02020603050405020304"/>
                <a:cs typeface="Times New Roman" panose="02020603050405020304"/>
              </a:rPr>
              <a:t>P </a:t>
            </a:r>
            <a:r>
              <a:rPr lang="en-US" sz="2000" dirty="0" err="1">
                <a:solidFill>
                  <a:srgbClr val="002060"/>
                </a:solidFill>
                <a:latin typeface="Times New Roman" panose="02020603050405020304"/>
                <a:cs typeface="Times New Roman" panose="02020603050405020304"/>
              </a:rPr>
              <a:t>Laxmisree</a:t>
            </a:r>
            <a:r>
              <a:rPr lang="en-US" sz="2000" dirty="0">
                <a:solidFill>
                  <a:srgbClr val="002060"/>
                </a:solidFill>
                <a:latin typeface="Times New Roman" panose="02020603050405020304"/>
                <a:cs typeface="Times New Roman" panose="02020603050405020304"/>
              </a:rPr>
              <a:t>                               23321A1240</a:t>
            </a:r>
          </a:p>
          <a:p>
            <a:r>
              <a:rPr lang="en-US" sz="2000" dirty="0">
                <a:solidFill>
                  <a:srgbClr val="002060"/>
                </a:solidFill>
                <a:latin typeface="Times New Roman" panose="02020603050405020304"/>
                <a:cs typeface="Times New Roman" panose="02020603050405020304"/>
              </a:rPr>
              <a:t>D </a:t>
            </a:r>
            <a:r>
              <a:rPr lang="en-US" sz="2000" dirty="0" err="1">
                <a:solidFill>
                  <a:srgbClr val="002060"/>
                </a:solidFill>
                <a:latin typeface="Times New Roman" panose="02020603050405020304"/>
                <a:cs typeface="Times New Roman" panose="02020603050405020304"/>
              </a:rPr>
              <a:t>Laxmi</a:t>
            </a:r>
            <a:r>
              <a:rPr lang="en-US" sz="2000" dirty="0">
                <a:solidFill>
                  <a:srgbClr val="002060"/>
                </a:solidFill>
                <a:latin typeface="Times New Roman" panose="02020603050405020304"/>
                <a:cs typeface="Times New Roman" panose="02020603050405020304"/>
              </a:rPr>
              <a:t> </a:t>
            </a:r>
            <a:r>
              <a:rPr lang="en-US" sz="2000" dirty="0" err="1">
                <a:solidFill>
                  <a:srgbClr val="002060"/>
                </a:solidFill>
                <a:latin typeface="Times New Roman" panose="02020603050405020304"/>
                <a:cs typeface="Times New Roman" panose="02020603050405020304"/>
              </a:rPr>
              <a:t>Prasanna</a:t>
            </a:r>
            <a:r>
              <a:rPr lang="en-US" sz="2000" dirty="0">
                <a:solidFill>
                  <a:srgbClr val="002060"/>
                </a:solidFill>
                <a:latin typeface="Times New Roman" panose="02020603050405020304"/>
                <a:cs typeface="Times New Roman" panose="02020603050405020304"/>
              </a:rPr>
              <a:t>                     23321A1241</a:t>
            </a:r>
          </a:p>
          <a:p>
            <a:endParaRPr lang="en-US" sz="2000" dirty="0">
              <a:latin typeface="Times New Roman" panose="02020603050405020304" pitchFamily="18" charset="0"/>
              <a:cs typeface="Times New Roman" panose="02020603050405020304" pitchFamily="18" charset="0"/>
            </a:endParaRPr>
          </a:p>
          <a:p>
            <a:r>
              <a:rPr lang="en-US" sz="2000" dirty="0">
                <a:solidFill>
                  <a:srgbClr val="FF0000"/>
                </a:solidFill>
                <a:latin typeface="Calibri" panose="020F0502020204030204"/>
                <a:cs typeface="Calibri" panose="020F0502020204030204"/>
              </a:rPr>
              <a:t> </a:t>
            </a:r>
            <a:r>
              <a:rPr lang="en-US" sz="2000" dirty="0">
                <a:solidFill>
                  <a:srgbClr val="FF0000"/>
                </a:solidFill>
                <a:latin typeface="Times New Roman" panose="02020603050405020304"/>
                <a:cs typeface="Times New Roman" panose="02020603050405020304"/>
              </a:rPr>
              <a:t> </a:t>
            </a:r>
            <a:r>
              <a:rPr lang="en-US" sz="2000" dirty="0">
                <a:solidFill>
                  <a:srgbClr val="FF0000"/>
                </a:solidFill>
                <a:latin typeface="Times New Roman" panose="02020603050405020304"/>
                <a:cs typeface="Times New Roman" panose="02020603050405020304"/>
                <a:sym typeface="+mn-ea"/>
              </a:rPr>
              <a:t> </a:t>
            </a:r>
            <a:r>
              <a:rPr lang="en-US" sz="2000" dirty="0" err="1">
                <a:solidFill>
                  <a:srgbClr val="FF0000"/>
                </a:solidFill>
                <a:latin typeface="Times New Roman" panose="02020603050405020304"/>
                <a:cs typeface="Times New Roman" panose="02020603050405020304"/>
                <a:sym typeface="+mn-ea"/>
              </a:rPr>
              <a:t>Dr</a:t>
            </a:r>
            <a:r>
              <a:rPr lang="en-US" sz="2000" dirty="0">
                <a:solidFill>
                  <a:srgbClr val="FF0000"/>
                </a:solidFill>
                <a:latin typeface="Times New Roman" panose="02020603050405020304"/>
                <a:cs typeface="Times New Roman" panose="02020603050405020304"/>
                <a:sym typeface="+mn-ea"/>
              </a:rPr>
              <a:t> M </a:t>
            </a:r>
            <a:r>
              <a:rPr lang="en-US" sz="2000" dirty="0" err="1">
                <a:solidFill>
                  <a:srgbClr val="FF0000"/>
                </a:solidFill>
                <a:latin typeface="Times New Roman" panose="02020603050405020304"/>
                <a:cs typeface="Times New Roman" panose="02020603050405020304"/>
                <a:sym typeface="+mn-ea"/>
              </a:rPr>
              <a:t>Sandhya</a:t>
            </a:r>
            <a:r>
              <a:rPr lang="en-US" sz="2000" dirty="0">
                <a:solidFill>
                  <a:srgbClr val="FF0000"/>
                </a:solidFill>
                <a:latin typeface="Times New Roman" panose="02020603050405020304"/>
                <a:cs typeface="Times New Roman" panose="02020603050405020304"/>
                <a:sym typeface="+mn-ea"/>
              </a:rPr>
              <a:t> Rani</a:t>
            </a:r>
            <a:r>
              <a:rPr lang="en-US" sz="2000" dirty="0">
                <a:solidFill>
                  <a:srgbClr val="FF0000"/>
                </a:solidFill>
                <a:latin typeface="Times New Roman" panose="02020603050405020304"/>
                <a:cs typeface="Times New Roman" panose="02020603050405020304"/>
              </a:rPr>
              <a:t>                                                                                                       Dr C Muruga</a:t>
            </a:r>
            <a:r>
              <a:rPr lang="en-IN" sz="2000" dirty="0">
                <a:solidFill>
                  <a:srgbClr val="FF0000"/>
                </a:solidFill>
                <a:latin typeface="Times New Roman" panose="02020603050405020304"/>
                <a:cs typeface="Times New Roman" panose="02020603050405020304"/>
              </a:rPr>
              <a:t>mani</a:t>
            </a:r>
          </a:p>
          <a:p>
            <a:r>
              <a:rPr lang="en-IN" sz="2000" dirty="0">
                <a:solidFill>
                  <a:srgbClr val="FF0000"/>
                </a:solidFill>
                <a:latin typeface="Times New Roman" panose="02020603050405020304" pitchFamily="18" charset="0"/>
                <a:cs typeface="Times New Roman" panose="02020603050405020304" pitchFamily="18" charset="0"/>
              </a:rPr>
              <a:t>Co </a:t>
            </a:r>
            <a:r>
              <a:rPr lang="en-IN" sz="2000" dirty="0" err="1">
                <a:solidFill>
                  <a:srgbClr val="FF0000"/>
                </a:solidFill>
                <a:latin typeface="Times New Roman" panose="02020603050405020304" pitchFamily="18" charset="0"/>
                <a:cs typeface="Times New Roman" panose="02020603050405020304" pitchFamily="18" charset="0"/>
              </a:rPr>
              <a:t>Ordinator</a:t>
            </a:r>
            <a:r>
              <a:rPr lang="en-IN" sz="2000" dirty="0">
                <a:solidFill>
                  <a:srgbClr val="FF0000"/>
                </a:solidFill>
                <a:latin typeface="Times New Roman" panose="02020603050405020304" pitchFamily="18" charset="0"/>
                <a:cs typeface="Times New Roman" panose="02020603050405020304" pitchFamily="18" charset="0"/>
              </a:rPr>
              <a:t>                                                     </a:t>
            </a:r>
            <a:r>
              <a:rPr lang="en-US" altLang="en-IN" sz="2000" dirty="0">
                <a:solidFill>
                  <a:srgbClr val="FF0000"/>
                </a:solidFill>
                <a:latin typeface="Times New Roman" panose="02020603050405020304" pitchFamily="18" charset="0"/>
                <a:cs typeface="Times New Roman" panose="02020603050405020304" pitchFamily="18" charset="0"/>
              </a:rPr>
              <a:t>  </a:t>
            </a:r>
            <a:r>
              <a:rPr lang="en-IN" sz="2000" dirty="0">
                <a:solidFill>
                  <a:srgbClr val="FF0000"/>
                </a:solidFill>
                <a:latin typeface="Times New Roman" panose="02020603050405020304" pitchFamily="18" charset="0"/>
                <a:cs typeface="Times New Roman" panose="02020603050405020304" pitchFamily="18" charset="0"/>
              </a:rPr>
              <a:t>                                                                   HOD-IT        </a:t>
            </a:r>
          </a:p>
        </p:txBody>
      </p:sp>
      <p:sp>
        <p:nvSpPr>
          <p:cNvPr id="7" name="TextBox 4"/>
          <p:cNvSpPr txBox="1"/>
          <p:nvPr/>
        </p:nvSpPr>
        <p:spPr>
          <a:xfrm>
            <a:off x="10560677" y="115102"/>
            <a:ext cx="1528454" cy="369332"/>
          </a:xfrm>
          <a:prstGeom prst="rect">
            <a:avLst/>
          </a:prstGeom>
          <a:noFill/>
          <a:ln>
            <a:solidFill>
              <a:schemeClr val="tx1"/>
            </a:solidFill>
          </a:ln>
        </p:spPr>
        <p:txBody>
          <a:bodyPr wrap="square" rtlCol="0">
            <a:spAutoFit/>
          </a:bodyPr>
          <a:lstStyle/>
          <a:p>
            <a:r>
              <a:rPr lang="en-US" altLang="en-IN" dirty="0">
                <a:solidFill>
                  <a:srgbClr val="FF0000"/>
                </a:solidFill>
                <a:latin typeface="Times New Roman" panose="02020603050405020304" pitchFamily="18" charset="0"/>
                <a:cs typeface="Times New Roman" panose="02020603050405020304" pitchFamily="18" charset="0"/>
              </a:rPr>
              <a:t>RTRP-A-17</a:t>
            </a:r>
          </a:p>
        </p:txBody>
      </p:sp>
      <p:pic>
        <p:nvPicPr>
          <p:cNvPr id="2" name="Picture 1"/>
          <p:cNvPicPr>
            <a:picLocks noChangeAspect="1"/>
          </p:cNvPicPr>
          <p:nvPr/>
        </p:nvPicPr>
        <p:blipFill>
          <a:blip r:embed="rId2"/>
          <a:stretch>
            <a:fillRect/>
          </a:stretch>
        </p:blipFill>
        <p:spPr>
          <a:xfrm>
            <a:off x="788297" y="485902"/>
            <a:ext cx="853467" cy="919627"/>
          </a:xfrm>
          <a:prstGeom prst="rect">
            <a:avLst/>
          </a:prstGeom>
        </p:spPr>
      </p:pic>
      <p:pic>
        <p:nvPicPr>
          <p:cNvPr id="3" name="Picture 2"/>
          <p:cNvPicPr>
            <a:picLocks noChangeAspect="1"/>
          </p:cNvPicPr>
          <p:nvPr/>
        </p:nvPicPr>
        <p:blipFill>
          <a:blip r:embed="rId3"/>
          <a:stretch>
            <a:fillRect/>
          </a:stretch>
        </p:blipFill>
        <p:spPr>
          <a:xfrm>
            <a:off x="10440402" y="497610"/>
            <a:ext cx="844125" cy="5974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1365" y="-194310"/>
            <a:ext cx="10515600" cy="1557020"/>
          </a:xfrm>
        </p:spPr>
        <p:txBody>
          <a:bodyPr/>
          <a:lstStyle/>
          <a:p>
            <a:pPr algn="ctr"/>
            <a:r>
              <a:rPr lang="en-US" sz="2800" dirty="0">
                <a:solidFill>
                  <a:srgbClr val="FF0000"/>
                </a:solidFill>
                <a:latin typeface="Times New Roman" panose="02020603050405020304" pitchFamily="18" charset="0"/>
                <a:cs typeface="Times New Roman" panose="02020603050405020304" pitchFamily="18" charset="0"/>
                <a:sym typeface="+mn-ea"/>
              </a:rPr>
              <a:t>CONTENTS</a:t>
            </a:r>
            <a:endParaRPr lang="en-GB" altLang="en-US" sz="2800" dirty="0"/>
          </a:p>
        </p:txBody>
      </p:sp>
      <p:sp>
        <p:nvSpPr>
          <p:cNvPr id="3" name="Content Placeholder 2"/>
          <p:cNvSpPr>
            <a:spLocks noGrp="1"/>
          </p:cNvSpPr>
          <p:nvPr>
            <p:ph idx="1"/>
          </p:nvPr>
        </p:nvSpPr>
        <p:spPr>
          <a:xfrm>
            <a:off x="1205865" y="957580"/>
            <a:ext cx="10071100" cy="5586730"/>
          </a:xfrm>
        </p:spPr>
        <p:txBody>
          <a:bodyPr>
            <a:normAutofit/>
          </a:bodyPr>
          <a:lstStyle/>
          <a:p>
            <a:pPr>
              <a:lnSpc>
                <a:spcPct val="150000"/>
              </a:lnSpc>
            </a:pPr>
            <a:r>
              <a:rPr lang="en-US" dirty="0">
                <a:latin typeface="Times New Roman" panose="02020603050405020304"/>
                <a:cs typeface="Times New Roman" panose="02020603050405020304"/>
                <a:sym typeface="+mn-ea"/>
              </a:rPr>
              <a:t> </a:t>
            </a:r>
            <a:r>
              <a:rPr lang="en-US" sz="2400" dirty="0">
                <a:latin typeface="Times New Roman" panose="02020603050405020304"/>
                <a:cs typeface="Times New Roman" panose="02020603050405020304"/>
                <a:sym typeface="+mn-ea"/>
              </a:rPr>
              <a:t>Introduction</a:t>
            </a:r>
            <a:endParaRPr lang="en-US" sz="2400" dirty="0">
              <a:latin typeface="Times New Roman" panose="02020603050405020304"/>
              <a:cs typeface="Times New Roman" panose="02020603050405020304"/>
            </a:endParaRPr>
          </a:p>
          <a:p>
            <a:pPr>
              <a:lnSpc>
                <a:spcPct val="150000"/>
              </a:lnSpc>
            </a:pPr>
            <a:r>
              <a:rPr lang="en-US" sz="2400" dirty="0">
                <a:latin typeface="Times New Roman" panose="02020603050405020304"/>
                <a:cs typeface="Times New Roman" panose="02020603050405020304"/>
                <a:sym typeface="+mn-ea"/>
              </a:rPr>
              <a:t>  Existing System</a:t>
            </a:r>
            <a:endParaRPr lang="en-US" sz="2400" dirty="0">
              <a:latin typeface="Times New Roman" panose="02020603050405020304"/>
              <a:cs typeface="Times New Roman" panose="02020603050405020304"/>
            </a:endParaRPr>
          </a:p>
          <a:p>
            <a:pPr>
              <a:lnSpc>
                <a:spcPct val="150000"/>
              </a:lnSpc>
            </a:pPr>
            <a:r>
              <a:rPr lang="en-US" sz="2400" dirty="0">
                <a:latin typeface="Times New Roman" panose="02020603050405020304"/>
                <a:cs typeface="Times New Roman" panose="02020603050405020304"/>
                <a:sym typeface="+mn-ea"/>
              </a:rPr>
              <a:t>  Proposed System</a:t>
            </a:r>
            <a:endParaRPr lang="en-US" sz="2400" dirty="0">
              <a:latin typeface="Times New Roman" panose="02020603050405020304"/>
              <a:cs typeface="Times New Roman" panose="02020603050405020304"/>
            </a:endParaRPr>
          </a:p>
          <a:p>
            <a:pPr>
              <a:lnSpc>
                <a:spcPct val="150000"/>
              </a:lnSpc>
            </a:pPr>
            <a:r>
              <a:rPr lang="en-US" sz="2400" dirty="0">
                <a:latin typeface="Times New Roman" panose="02020603050405020304"/>
                <a:cs typeface="Times New Roman" panose="02020603050405020304"/>
                <a:sym typeface="+mn-ea"/>
              </a:rPr>
              <a:t>  Functional Requirements</a:t>
            </a:r>
            <a:endParaRPr lang="en-US" sz="2400" dirty="0">
              <a:latin typeface="Times New Roman" panose="02020603050405020304"/>
              <a:cs typeface="Times New Roman" panose="02020603050405020304"/>
            </a:endParaRPr>
          </a:p>
          <a:p>
            <a:pPr>
              <a:lnSpc>
                <a:spcPct val="150000"/>
              </a:lnSpc>
            </a:pPr>
            <a:r>
              <a:rPr lang="en-US" sz="2400" dirty="0">
                <a:latin typeface="Times New Roman" panose="02020603050405020304"/>
                <a:cs typeface="Times New Roman" panose="02020603050405020304"/>
                <a:sym typeface="+mn-ea"/>
              </a:rPr>
              <a:t>  Non-Functional Requirements</a:t>
            </a:r>
            <a:endParaRPr lang="en-IN" sz="2400" dirty="0">
              <a:latin typeface="Times New Roman" panose="02020603050405020304"/>
              <a:cs typeface="Times New Roman" panose="02020603050405020304"/>
            </a:endParaRPr>
          </a:p>
          <a:p>
            <a:pPr>
              <a:lnSpc>
                <a:spcPct val="150000"/>
              </a:lnSpc>
            </a:pPr>
            <a:r>
              <a:rPr lang="en-US" sz="2400" dirty="0">
                <a:latin typeface="Times New Roman" panose="02020603050405020304"/>
                <a:cs typeface="Times New Roman" panose="02020603050405020304"/>
                <a:sym typeface="+mn-ea"/>
              </a:rPr>
              <a:t>  Modules</a:t>
            </a:r>
            <a:endParaRPr lang="en-US" sz="2400" dirty="0">
              <a:latin typeface="Times New Roman" panose="02020603050405020304" pitchFamily="18" charset="0"/>
              <a:cs typeface="Times New Roman" panose="02020603050405020304" pitchFamily="18" charset="0"/>
            </a:endParaRPr>
          </a:p>
          <a:p>
            <a:pPr>
              <a:lnSpc>
                <a:spcPct val="150000"/>
              </a:lnSpc>
            </a:pPr>
            <a:r>
              <a:rPr lang="en-IN" sz="2400" dirty="0">
                <a:latin typeface="Times New Roman" panose="02020603050405020304"/>
                <a:cs typeface="Times New Roman" panose="02020603050405020304"/>
                <a:sym typeface="+mn-ea"/>
              </a:rPr>
              <a:t>  Computational resources  </a:t>
            </a:r>
            <a:endParaRPr lang="en-IN" sz="2400" dirty="0">
              <a:latin typeface="Times New Roman" panose="02020603050405020304"/>
              <a:cs typeface="Times New Roman" panose="02020603050405020304"/>
            </a:endParaRPr>
          </a:p>
          <a:p>
            <a:pPr marL="0" indent="0">
              <a:lnSpc>
                <a:spcPct val="150000"/>
              </a:lnSpc>
              <a:buNone/>
            </a:pPr>
            <a:endParaRPr lang="en-GB" alt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8710" y="803275"/>
            <a:ext cx="10177145" cy="5584190"/>
          </a:xfrm>
        </p:spPr>
        <p:txBody>
          <a:bodyPr>
            <a:noAutofit/>
          </a:bodyPr>
          <a:lstStyle/>
          <a:p>
            <a:pPr algn="just">
              <a:lnSpc>
                <a:spcPct val="150000"/>
              </a:lnSpc>
            </a:pPr>
            <a:r>
              <a:rPr lang="en-GB" altLang="en-US" sz="2400" dirty="0">
                <a:latin typeface="Times New Roman" panose="02020603050405020304" pitchFamily="18" charset="0"/>
                <a:cs typeface="Times New Roman" panose="02020603050405020304" pitchFamily="18" charset="0"/>
              </a:rPr>
              <a:t>In many educational institutions, students elections face challenges such as manual inefficiencies, lack of transparency, security concerns and low student engagement.</a:t>
            </a:r>
          </a:p>
          <a:p>
            <a:pPr algn="just">
              <a:lnSpc>
                <a:spcPct val="150000"/>
              </a:lnSpc>
            </a:pPr>
            <a:r>
              <a:rPr lang="en-GB" altLang="en-US" sz="2400" dirty="0">
                <a:latin typeface="Times New Roman" panose="02020603050405020304" pitchFamily="18" charset="0"/>
                <a:cs typeface="Times New Roman" panose="02020603050405020304" pitchFamily="18" charset="0"/>
              </a:rPr>
              <a:t>Traditional voting methods, including paper ballots and in-person polling often lead to errors in vote counting, delay in results and announcements.</a:t>
            </a:r>
          </a:p>
          <a:p>
            <a:pPr algn="just">
              <a:lnSpc>
                <a:spcPct val="150000"/>
              </a:lnSpc>
            </a:pPr>
            <a:r>
              <a:rPr lang="en-GB" altLang="en-US" sz="2400" dirty="0">
                <a:latin typeface="Times New Roman" panose="02020603050405020304" pitchFamily="18" charset="0"/>
                <a:cs typeface="Times New Roman" panose="02020603050405020304" pitchFamily="18" charset="0"/>
              </a:rPr>
              <a:t>The absence of a centralized, secure and transparent system results in distrust among students, discouraging participation in the democratic process.</a:t>
            </a:r>
          </a:p>
          <a:p>
            <a:pPr algn="just">
              <a:lnSpc>
                <a:spcPct val="150000"/>
              </a:lnSpc>
            </a:pPr>
            <a:r>
              <a:rPr lang="en-GB" altLang="en-US" sz="2400" dirty="0">
                <a:latin typeface="Times New Roman" panose="02020603050405020304" pitchFamily="18" charset="0"/>
                <a:cs typeface="Times New Roman" panose="02020603050405020304" pitchFamily="18" charset="0"/>
              </a:rPr>
              <a:t>There is a need for digital, tamper proof election platform that ensures fairness, improves accessibility and provides real-time updates, making campus election more efficient and engaging.</a:t>
            </a:r>
          </a:p>
        </p:txBody>
      </p:sp>
      <p:sp>
        <p:nvSpPr>
          <p:cNvPr id="4" name="Title 3"/>
          <p:cNvSpPr>
            <a:spLocks noGrp="1"/>
          </p:cNvSpPr>
          <p:nvPr>
            <p:ph type="title"/>
          </p:nvPr>
        </p:nvSpPr>
        <p:spPr>
          <a:xfrm>
            <a:off x="559435" y="-107315"/>
            <a:ext cx="10794365" cy="997585"/>
          </a:xfrm>
        </p:spPr>
        <p:txBody>
          <a:bodyPr/>
          <a:lstStyle/>
          <a:p>
            <a:pPr algn="ctr"/>
            <a:br>
              <a:rPr lang="en-US" sz="2800" dirty="0">
                <a:solidFill>
                  <a:srgbClr val="FF0000"/>
                </a:solidFill>
                <a:latin typeface="Times New Roman" panose="02020603050405020304" pitchFamily="18" charset="0"/>
                <a:cs typeface="Times New Roman" panose="02020603050405020304" pitchFamily="18" charset="0"/>
                <a:sym typeface="+mn-ea"/>
              </a:rPr>
            </a:br>
            <a:r>
              <a:rPr lang="en-US" sz="2800" dirty="0">
                <a:solidFill>
                  <a:srgbClr val="FF0000"/>
                </a:solidFill>
                <a:latin typeface="Times New Roman" panose="02020603050405020304" pitchFamily="18" charset="0"/>
                <a:cs typeface="Times New Roman" panose="02020603050405020304" pitchFamily="18" charset="0"/>
                <a:sym typeface="+mn-ea"/>
              </a:rPr>
              <a:t>INTRODUCTION</a:t>
            </a:r>
            <a:endParaRPr lang="en-GB" altLang="en-US" sz="28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056005"/>
          </a:xfrm>
        </p:spPr>
        <p:txBody>
          <a:bodyPr/>
          <a:lstStyle/>
          <a:p>
            <a:pPr algn="ctr"/>
            <a:r>
              <a:rPr lang="en-US" sz="2800" dirty="0">
                <a:solidFill>
                  <a:srgbClr val="FF0000"/>
                </a:solidFill>
                <a:latin typeface="Times New Roman" panose="02020603050405020304" pitchFamily="18" charset="0"/>
                <a:cs typeface="Times New Roman" panose="02020603050405020304" pitchFamily="18" charset="0"/>
                <a:sym typeface="+mn-ea"/>
              </a:rPr>
              <a:t>EXISTING SYSTEM</a:t>
            </a:r>
            <a:endParaRPr lang="en-GB" altLang="en-US" sz="2800" dirty="0"/>
          </a:p>
        </p:txBody>
      </p:sp>
      <p:sp>
        <p:nvSpPr>
          <p:cNvPr id="3" name="Content Placeholder 2"/>
          <p:cNvSpPr>
            <a:spLocks noGrp="1"/>
          </p:cNvSpPr>
          <p:nvPr>
            <p:ph idx="1"/>
          </p:nvPr>
        </p:nvSpPr>
        <p:spPr>
          <a:xfrm>
            <a:off x="1261745" y="772733"/>
            <a:ext cx="10092055" cy="5960808"/>
          </a:xfrm>
        </p:spPr>
        <p:txBody>
          <a:bodyPr>
            <a:noAutofit/>
          </a:bodyPr>
          <a:lstStyle/>
          <a:p>
            <a:pPr algn="just">
              <a:lnSpc>
                <a:spcPct val="100000"/>
              </a:lnSpc>
            </a:pPr>
            <a:r>
              <a:rPr lang="en-GB" altLang="en-US" sz="2400" dirty="0">
                <a:latin typeface="Times New Roman" panose="02020603050405020304" pitchFamily="18" charset="0"/>
                <a:cs typeface="Times New Roman" panose="02020603050405020304" pitchFamily="18" charset="0"/>
              </a:rPr>
              <a:t>Existing systems like paper ballots, manual inefficiencies, security concerns and low student engagement.</a:t>
            </a:r>
          </a:p>
          <a:p>
            <a:pPr algn="just">
              <a:lnSpc>
                <a:spcPct val="100000"/>
              </a:lnSpc>
            </a:pPr>
            <a:r>
              <a:rPr lang="en-GB" altLang="en-US" sz="2400" dirty="0">
                <a:latin typeface="Times New Roman" panose="02020603050405020304" pitchFamily="18" charset="0"/>
                <a:cs typeface="Times New Roman" panose="02020603050405020304" pitchFamily="18" charset="0"/>
              </a:rPr>
              <a:t>Votes are manually counted by election officials leads to human errors, voter fraud and delays in result announcements.</a:t>
            </a:r>
          </a:p>
          <a:p>
            <a:pPr algn="just">
              <a:lnSpc>
                <a:spcPct val="100000"/>
              </a:lnSpc>
            </a:pPr>
            <a:r>
              <a:rPr lang="en-GB" altLang="en-US" sz="2400" dirty="0">
                <a:latin typeface="Times New Roman" panose="02020603050405020304" pitchFamily="18" charset="0"/>
                <a:cs typeface="Times New Roman" panose="02020603050405020304" pitchFamily="18" charset="0"/>
              </a:rPr>
              <a:t>In some institutions, it is difficult to engage with all the students, especially in large campuses. </a:t>
            </a:r>
          </a:p>
          <a:p>
            <a:pPr algn="just">
              <a:lnSpc>
                <a:spcPct val="100000"/>
              </a:lnSpc>
            </a:pPr>
            <a:r>
              <a:rPr lang="en-GB" altLang="en-US" sz="2400" dirty="0">
                <a:latin typeface="Times New Roman" panose="02020603050405020304" pitchFamily="18" charset="0"/>
                <a:cs typeface="Times New Roman" panose="02020603050405020304" pitchFamily="18" charset="0"/>
              </a:rPr>
              <a:t>Lacks robust security measures (</a:t>
            </a:r>
            <a:r>
              <a:rPr lang="en-GB" altLang="en-US" sz="2400" dirty="0" err="1">
                <a:latin typeface="Times New Roman" panose="02020603050405020304" pitchFamily="18" charset="0"/>
                <a:cs typeface="Times New Roman" panose="02020603050405020304" pitchFamily="18" charset="0"/>
              </a:rPr>
              <a:t>eg</a:t>
            </a:r>
            <a:r>
              <a:rPr lang="en-GB" altLang="en-US" sz="2400" dirty="0">
                <a:latin typeface="Times New Roman" panose="02020603050405020304" pitchFamily="18" charset="0"/>
                <a:cs typeface="Times New Roman" panose="02020603050405020304" pitchFamily="18" charset="0"/>
              </a:rPr>
              <a:t>: multiple voting from the same user, unauthorized access).</a:t>
            </a:r>
          </a:p>
          <a:p>
            <a:pPr algn="just">
              <a:lnSpc>
                <a:spcPct val="100000"/>
              </a:lnSpc>
            </a:pPr>
            <a:r>
              <a:rPr lang="en-GB" altLang="en-US" sz="2400" dirty="0">
                <a:latin typeface="Times New Roman" panose="02020603050405020304" pitchFamily="18" charset="0"/>
                <a:cs typeface="Times New Roman" panose="02020603050405020304" pitchFamily="18" charset="0"/>
              </a:rPr>
              <a:t>Voting locations are typically fixed, so only students who are on campus or near the polling stations can participate. This excludes students who may be off-campus are unable to physically get to a voting station.</a:t>
            </a:r>
          </a:p>
          <a:p>
            <a:pPr marL="0" indent="0" algn="just">
              <a:lnSpc>
                <a:spcPct val="150000"/>
              </a:lnSpc>
              <a:buNone/>
            </a:pPr>
            <a:endParaRPr lang="en-GB" alt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941070"/>
          </a:xfrm>
        </p:spPr>
        <p:txBody>
          <a:bodyPr/>
          <a:lstStyle/>
          <a:p>
            <a:pPr algn="ctr" fontAlgn="ctr"/>
            <a:r>
              <a:rPr lang="en-US" sz="2800" dirty="0">
                <a:solidFill>
                  <a:srgbClr val="FF0000"/>
                </a:solidFill>
                <a:latin typeface="Times New Roman" panose="02020603050405020304" pitchFamily="18" charset="0"/>
                <a:cs typeface="Times New Roman" panose="02020603050405020304" pitchFamily="18" charset="0"/>
                <a:sym typeface="+mn-ea"/>
              </a:rPr>
              <a:t>DISADVANTAGES</a:t>
            </a:r>
            <a:endParaRPr lang="en-GB" altLang="en-US" sz="2800" dirty="0"/>
          </a:p>
        </p:txBody>
      </p:sp>
      <p:sp>
        <p:nvSpPr>
          <p:cNvPr id="3" name="Content Placeholder 2"/>
          <p:cNvSpPr>
            <a:spLocks noGrp="1"/>
          </p:cNvSpPr>
          <p:nvPr>
            <p:ph idx="1"/>
          </p:nvPr>
        </p:nvSpPr>
        <p:spPr>
          <a:xfrm>
            <a:off x="1290955" y="813435"/>
            <a:ext cx="10062845" cy="4987925"/>
          </a:xfrm>
        </p:spPr>
        <p:txBody>
          <a:bodyPr/>
          <a:lstStyle/>
          <a:p>
            <a:pPr>
              <a:lnSpc>
                <a:spcPct val="150000"/>
              </a:lnSpc>
            </a:pPr>
            <a:r>
              <a:rPr lang="en-GB" altLang="en-US" sz="2400" dirty="0">
                <a:latin typeface="Times New Roman" panose="02020603050405020304" pitchFamily="18" charset="0"/>
                <a:cs typeface="Times New Roman" panose="02020603050405020304" pitchFamily="18" charset="0"/>
              </a:rPr>
              <a:t>Lack of Transparency</a:t>
            </a:r>
          </a:p>
          <a:p>
            <a:pPr>
              <a:lnSpc>
                <a:spcPct val="150000"/>
              </a:lnSpc>
            </a:pPr>
            <a:r>
              <a:rPr lang="en-GB" altLang="en-US" sz="2400" dirty="0">
                <a:latin typeface="Times New Roman" panose="02020603050405020304" pitchFamily="18" charset="0"/>
                <a:cs typeface="Times New Roman" panose="02020603050405020304" pitchFamily="18" charset="0"/>
              </a:rPr>
              <a:t>Security Risks</a:t>
            </a:r>
          </a:p>
          <a:p>
            <a:pPr>
              <a:lnSpc>
                <a:spcPct val="150000"/>
              </a:lnSpc>
            </a:pPr>
            <a:r>
              <a:rPr lang="en-GB" altLang="en-US" sz="2400" dirty="0">
                <a:latin typeface="Times New Roman" panose="02020603050405020304" pitchFamily="18" charset="0"/>
                <a:cs typeface="Times New Roman" panose="02020603050405020304" pitchFamily="18" charset="0"/>
              </a:rPr>
              <a:t>Time – Consuming Process</a:t>
            </a:r>
          </a:p>
          <a:p>
            <a:pPr>
              <a:lnSpc>
                <a:spcPct val="150000"/>
              </a:lnSpc>
            </a:pPr>
            <a:r>
              <a:rPr lang="en-GB" altLang="en-US" sz="2400" dirty="0">
                <a:latin typeface="Times New Roman" panose="02020603050405020304" pitchFamily="18" charset="0"/>
                <a:cs typeface="Times New Roman" panose="02020603050405020304" pitchFamily="18" charset="0"/>
              </a:rPr>
              <a:t>Low Student Engagement</a:t>
            </a:r>
          </a:p>
          <a:p>
            <a:pPr>
              <a:lnSpc>
                <a:spcPct val="150000"/>
              </a:lnSpc>
            </a:pPr>
            <a:r>
              <a:rPr lang="en-GB" altLang="en-US" sz="2400" dirty="0">
                <a:latin typeface="Times New Roman" panose="02020603050405020304" pitchFamily="18" charset="0"/>
                <a:cs typeface="Times New Roman" panose="02020603050405020304" pitchFamily="18" charset="0"/>
              </a:rPr>
              <a:t>Campaigning pressure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7470"/>
            <a:ext cx="10515600" cy="739140"/>
          </a:xfrm>
        </p:spPr>
        <p:txBody>
          <a:bodyPr/>
          <a:lstStyle/>
          <a:p>
            <a:pPr algn="ctr"/>
            <a:r>
              <a:rPr lang="en-IN" sz="2800" dirty="0">
                <a:solidFill>
                  <a:srgbClr val="FF0000"/>
                </a:solidFill>
                <a:latin typeface="Times New Roman" panose="02020603050405020304" pitchFamily="18" charset="0"/>
                <a:cs typeface="Times New Roman" panose="02020603050405020304" pitchFamily="18" charset="0"/>
                <a:sym typeface="+mn-ea"/>
              </a:rPr>
              <a:t>PROPOSED SYSTEM</a:t>
            </a:r>
            <a:endParaRPr lang="en-GB" altLang="en-US" sz="2800"/>
          </a:p>
        </p:txBody>
      </p:sp>
      <p:sp>
        <p:nvSpPr>
          <p:cNvPr id="3" name="Content Placeholder 2"/>
          <p:cNvSpPr>
            <a:spLocks noGrp="1"/>
          </p:cNvSpPr>
          <p:nvPr>
            <p:ph idx="1"/>
          </p:nvPr>
        </p:nvSpPr>
        <p:spPr>
          <a:xfrm>
            <a:off x="1214755" y="1030310"/>
            <a:ext cx="10033000" cy="5986440"/>
          </a:xfrm>
        </p:spPr>
        <p:txBody>
          <a:bodyPr>
            <a:normAutofit fontScale="82500" lnSpcReduction="10000"/>
          </a:bodyPr>
          <a:lstStyle/>
          <a:p>
            <a:pPr algn="just">
              <a:lnSpc>
                <a:spcPct val="150000"/>
              </a:lnSpc>
            </a:pPr>
            <a:r>
              <a:rPr lang="en-GB" altLang="en-US" sz="3200" dirty="0">
                <a:latin typeface="Times New Roman" panose="02020603050405020304" pitchFamily="18" charset="0"/>
                <a:cs typeface="Times New Roman" panose="02020603050405020304" pitchFamily="18" charset="0"/>
              </a:rPr>
              <a:t>The student council election hub is a secure, transparent and efficient digital voting platform  designed to modernize student elections.</a:t>
            </a:r>
          </a:p>
          <a:p>
            <a:pPr algn="just">
              <a:lnSpc>
                <a:spcPct val="150000"/>
              </a:lnSpc>
            </a:pPr>
            <a:r>
              <a:rPr lang="en-GB" altLang="en-US" sz="3200" dirty="0">
                <a:latin typeface="Times New Roman" panose="02020603050405020304" pitchFamily="18" charset="0"/>
                <a:cs typeface="Times New Roman" panose="02020603050405020304" pitchFamily="18" charset="0"/>
              </a:rPr>
              <a:t>This system eliminates the inefficiencies of traditional methods by integrating automated voting and strong security mechanisms.</a:t>
            </a:r>
          </a:p>
          <a:p>
            <a:pPr algn="just">
              <a:lnSpc>
                <a:spcPct val="150000"/>
              </a:lnSpc>
            </a:pPr>
            <a:r>
              <a:rPr lang="en-GB" altLang="en-US" sz="3200" dirty="0">
                <a:latin typeface="Times New Roman" panose="02020603050405020304" pitchFamily="18" charset="0"/>
                <a:cs typeface="Times New Roman" panose="02020603050405020304" pitchFamily="18" charset="0"/>
              </a:rPr>
              <a:t>Students can cast votes online using a web or mobile platform.  </a:t>
            </a:r>
          </a:p>
          <a:p>
            <a:pPr algn="just">
              <a:lnSpc>
                <a:spcPct val="150000"/>
              </a:lnSpc>
            </a:pPr>
            <a:r>
              <a:rPr lang="en-GB" altLang="en-US" sz="3200" dirty="0">
                <a:latin typeface="Times New Roman" panose="02020603050405020304" pitchFamily="18" charset="0"/>
                <a:cs typeface="Times New Roman" panose="02020603050405020304" pitchFamily="18" charset="0"/>
              </a:rPr>
              <a:t>Multi-factor authentication(student ID) ensures only authorized students vote.</a:t>
            </a:r>
          </a:p>
          <a:p>
            <a:pPr algn="just">
              <a:lnSpc>
                <a:spcPct val="150000"/>
              </a:lnSpc>
            </a:pPr>
            <a:r>
              <a:rPr lang="en-GB" altLang="en-US" sz="3200" dirty="0">
                <a:latin typeface="Times New Roman" panose="02020603050405020304" pitchFamily="18" charset="0"/>
                <a:cs typeface="Times New Roman" panose="02020603050405020304" pitchFamily="18" charset="0"/>
              </a:rPr>
              <a:t>Each candidate can create a profile with the information about themselves, their qualifications, goals and campaign promises.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3420" y="-173355"/>
            <a:ext cx="10515600" cy="1325563"/>
          </a:xfrm>
        </p:spPr>
        <p:txBody>
          <a:bodyPr/>
          <a:lstStyle/>
          <a:p>
            <a:pPr algn="ctr"/>
            <a:r>
              <a:rPr lang="en-US" dirty="0">
                <a:solidFill>
                  <a:srgbClr val="FF0000"/>
                </a:solidFill>
                <a:latin typeface="Times New Roman" panose="02020603050405020304" pitchFamily="18" charset="0"/>
                <a:cs typeface="Times New Roman" panose="02020603050405020304" pitchFamily="18" charset="0"/>
                <a:sym typeface="+mn-ea"/>
              </a:rPr>
              <a:t>  </a:t>
            </a:r>
            <a:r>
              <a:rPr lang="en-US" sz="2800" dirty="0">
                <a:solidFill>
                  <a:srgbClr val="FF0000"/>
                </a:solidFill>
                <a:latin typeface="Times New Roman" panose="02020603050405020304" pitchFamily="18" charset="0"/>
                <a:cs typeface="Times New Roman" panose="02020603050405020304" pitchFamily="18" charset="0"/>
                <a:sym typeface="+mn-ea"/>
              </a:rPr>
              <a:t>ADVANTAGES</a:t>
            </a:r>
            <a:endParaRPr lang="en-GB" altLang="en-US" sz="2800"/>
          </a:p>
        </p:txBody>
      </p:sp>
      <p:sp>
        <p:nvSpPr>
          <p:cNvPr id="3" name="Content Placeholder 2"/>
          <p:cNvSpPr>
            <a:spLocks noGrp="1"/>
          </p:cNvSpPr>
          <p:nvPr>
            <p:ph idx="1"/>
          </p:nvPr>
        </p:nvSpPr>
        <p:spPr>
          <a:xfrm>
            <a:off x="1310005" y="916940"/>
            <a:ext cx="10043795" cy="5024120"/>
          </a:xfrm>
        </p:spPr>
        <p:txBody>
          <a:bodyPr/>
          <a:lstStyle/>
          <a:p>
            <a:pPr algn="just">
              <a:lnSpc>
                <a:spcPct val="150000"/>
              </a:lnSpc>
            </a:pPr>
            <a:r>
              <a:rPr lang="en-GB" altLang="en-US" sz="2400" dirty="0">
                <a:latin typeface="Times New Roman" panose="02020603050405020304" pitchFamily="18" charset="0"/>
                <a:cs typeface="Times New Roman" panose="02020603050405020304" pitchFamily="18" charset="0"/>
              </a:rPr>
              <a:t>Efficiency and Time-Saving</a:t>
            </a:r>
          </a:p>
          <a:p>
            <a:pPr algn="just">
              <a:lnSpc>
                <a:spcPct val="150000"/>
              </a:lnSpc>
            </a:pPr>
            <a:r>
              <a:rPr lang="en-GB" altLang="en-US" sz="2400" dirty="0">
                <a:latin typeface="Times New Roman" panose="02020603050405020304" pitchFamily="18" charset="0"/>
                <a:cs typeface="Times New Roman" panose="02020603050405020304" pitchFamily="18" charset="0"/>
              </a:rPr>
              <a:t>Increased Student Participation</a:t>
            </a:r>
          </a:p>
          <a:p>
            <a:pPr algn="just">
              <a:lnSpc>
                <a:spcPct val="150000"/>
              </a:lnSpc>
            </a:pPr>
            <a:r>
              <a:rPr lang="en-GB" altLang="en-US" sz="2400" dirty="0">
                <a:latin typeface="Times New Roman" panose="02020603050405020304" pitchFamily="18" charset="0"/>
                <a:cs typeface="Times New Roman" panose="02020603050405020304" pitchFamily="18" charset="0"/>
              </a:rPr>
              <a:t>Cost-Effective </a:t>
            </a:r>
          </a:p>
          <a:p>
            <a:pPr algn="just">
              <a:lnSpc>
                <a:spcPct val="150000"/>
              </a:lnSpc>
            </a:pPr>
            <a:r>
              <a:rPr lang="en-GB" altLang="en-US" sz="2400" dirty="0">
                <a:latin typeface="Times New Roman" panose="02020603050405020304" pitchFamily="18" charset="0"/>
                <a:cs typeface="Times New Roman" panose="02020603050405020304" pitchFamily="18" charset="0"/>
              </a:rPr>
              <a:t>Sustainability</a:t>
            </a:r>
          </a:p>
          <a:p>
            <a:pPr algn="just">
              <a:lnSpc>
                <a:spcPct val="150000"/>
              </a:lnSpc>
            </a:pPr>
            <a:r>
              <a:rPr lang="en-GB" altLang="en-US" sz="2400" dirty="0">
                <a:latin typeface="Times New Roman" panose="02020603050405020304" pitchFamily="18" charset="0"/>
                <a:cs typeface="Times New Roman" panose="02020603050405020304" pitchFamily="18" charset="0"/>
              </a:rPr>
              <a:t>Security &amp; Data-Integrity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1095"/>
          </a:xfrm>
        </p:spPr>
        <p:txBody>
          <a:bodyPr>
            <a:normAutofit/>
          </a:bodyPr>
          <a:lstStyle/>
          <a:p>
            <a:pPr algn="ctr"/>
            <a:r>
              <a:rPr lang="en-US" sz="2400" dirty="0">
                <a:solidFill>
                  <a:srgbClr val="FF0000"/>
                </a:solidFill>
                <a:latin typeface="Times New Roman" panose="02020603050405020304"/>
                <a:cs typeface="Times New Roman" panose="02020603050405020304"/>
                <a:sym typeface="+mn-ea"/>
              </a:rPr>
              <a:t>FUNCTIONAL REQUIREMENTS</a:t>
            </a:r>
            <a:endParaRPr lang="en-IN" sz="2400" dirty="0"/>
          </a:p>
        </p:txBody>
      </p:sp>
      <p:sp>
        <p:nvSpPr>
          <p:cNvPr id="3" name="Content Placeholder 2"/>
          <p:cNvSpPr>
            <a:spLocks noGrp="1"/>
          </p:cNvSpPr>
          <p:nvPr>
            <p:ph idx="1"/>
          </p:nvPr>
        </p:nvSpPr>
        <p:spPr>
          <a:xfrm>
            <a:off x="838200" y="1146220"/>
            <a:ext cx="10515600" cy="5030743"/>
          </a:xfrm>
        </p:spPr>
        <p:txBody>
          <a:bodyPr>
            <a:normAutofit fontScale="85000" lnSpcReduction="20000"/>
          </a:bodyPr>
          <a:lstStyle/>
          <a:p>
            <a:pPr marL="0" indent="0" algn="just">
              <a:lnSpc>
                <a:spcPct val="150000"/>
              </a:lnSpc>
              <a:buNone/>
            </a:pPr>
            <a:r>
              <a:rPr lang="en-US" dirty="0">
                <a:latin typeface="Times New Roman" panose="02020603050405020304"/>
                <a:cs typeface="Times New Roman" panose="02020603050405020304"/>
                <a:sym typeface="+mn-ea"/>
              </a:rPr>
              <a:t>These are the requirements that the end user specifically demands as basic facilities in the form of input to be given to the system, the operation performed and the output expected. They are basically the requirements stated by the user which one can see directly in the final product. </a:t>
            </a:r>
          </a:p>
          <a:p>
            <a:pPr marL="0" indent="0" algn="just">
              <a:lnSpc>
                <a:spcPct val="150000"/>
              </a:lnSpc>
              <a:buNone/>
            </a:pPr>
            <a:r>
              <a:rPr lang="en-US" dirty="0">
                <a:latin typeface="Times New Roman" panose="02020603050405020304"/>
                <a:cs typeface="Times New Roman" panose="02020603050405020304"/>
              </a:rPr>
              <a:t>• User Management  </a:t>
            </a:r>
          </a:p>
          <a:p>
            <a:pPr marL="0" indent="0" algn="just">
              <a:lnSpc>
                <a:spcPct val="150000"/>
              </a:lnSpc>
              <a:buNone/>
            </a:pPr>
            <a:r>
              <a:rPr lang="en-US" dirty="0">
                <a:latin typeface="Times New Roman" panose="02020603050405020304"/>
                <a:cs typeface="Times New Roman" panose="02020603050405020304"/>
              </a:rPr>
              <a:t>• Vote Updates</a:t>
            </a:r>
          </a:p>
          <a:p>
            <a:pPr marL="0" indent="0" algn="just">
              <a:lnSpc>
                <a:spcPct val="150000"/>
              </a:lnSpc>
              <a:buNone/>
            </a:pPr>
            <a:r>
              <a:rPr lang="en-US" dirty="0">
                <a:latin typeface="Times New Roman" panose="02020603050405020304"/>
                <a:cs typeface="Times New Roman" panose="02020603050405020304"/>
              </a:rPr>
              <a:t>• View Candidates rules, positions</a:t>
            </a:r>
          </a:p>
          <a:p>
            <a:pPr marL="0" indent="0" algn="just">
              <a:lnSpc>
                <a:spcPct val="150000"/>
              </a:lnSpc>
              <a:buNone/>
            </a:pPr>
            <a:r>
              <a:rPr lang="en-US" dirty="0">
                <a:latin typeface="Times New Roman" panose="02020603050405020304"/>
                <a:cs typeface="Times New Roman" panose="02020603050405020304"/>
              </a:rPr>
              <a:t>• Cast your Vote</a:t>
            </a:r>
          </a:p>
          <a:p>
            <a:pPr marL="0" indent="0" algn="just">
              <a:lnSpc>
                <a:spcPct val="150000"/>
              </a:lnSpc>
              <a:buNone/>
            </a:pPr>
            <a:r>
              <a:rPr lang="en-US" dirty="0">
                <a:latin typeface="Times New Roman" panose="02020603050405020304"/>
                <a:cs typeface="Times New Roman" panose="02020603050405020304"/>
              </a:rPr>
              <a:t>• Cloud Resource Management</a:t>
            </a:r>
            <a:endParaRPr lang="en-GB" altLang="en-US" dirty="0"/>
          </a:p>
        </p:txBody>
      </p:sp>
    </p:spTree>
    <p:extLst>
      <p:ext uri="{BB962C8B-B14F-4D97-AF65-F5344CB8AC3E}">
        <p14:creationId xmlns:p14="http://schemas.microsoft.com/office/powerpoint/2010/main" val="4246789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0" y="0"/>
            <a:ext cx="10515600" cy="1079500"/>
          </a:xfrm>
        </p:spPr>
        <p:txBody>
          <a:bodyPr/>
          <a:lstStyle/>
          <a:p>
            <a:pPr algn="ctr"/>
            <a:r>
              <a:rPr lang="en-US" sz="2800" dirty="0">
                <a:solidFill>
                  <a:srgbClr val="FF0000"/>
                </a:solidFill>
                <a:latin typeface="Times New Roman" panose="02020603050405020304"/>
                <a:cs typeface="Times New Roman" panose="02020603050405020304"/>
                <a:sym typeface="+mn-ea"/>
              </a:rPr>
              <a:t>NON-FUNCTIONAL REQUIREMENTS</a:t>
            </a:r>
            <a:endParaRPr lang="en-GB" altLang="en-US" sz="2800" dirty="0"/>
          </a:p>
        </p:txBody>
      </p:sp>
      <p:sp>
        <p:nvSpPr>
          <p:cNvPr id="3" name="Content Placeholder 2"/>
          <p:cNvSpPr>
            <a:spLocks noGrp="1"/>
          </p:cNvSpPr>
          <p:nvPr>
            <p:ph idx="1"/>
          </p:nvPr>
        </p:nvSpPr>
        <p:spPr>
          <a:xfrm>
            <a:off x="1200785" y="793750"/>
            <a:ext cx="10019030" cy="5097145"/>
          </a:xfrm>
        </p:spPr>
        <p:txBody>
          <a:bodyPr>
            <a:noAutofit/>
          </a:bodyPr>
          <a:lstStyle/>
          <a:p>
            <a:pPr marL="0" indent="0" algn="just">
              <a:lnSpc>
                <a:spcPct val="150000"/>
              </a:lnSpc>
              <a:buNone/>
            </a:pPr>
            <a:r>
              <a:rPr lang="en-US" sz="2400" dirty="0">
                <a:latin typeface="Times New Roman" panose="02020603050405020304" pitchFamily="18" charset="0"/>
                <a:ea typeface="+mn-lt"/>
                <a:cs typeface="Times New Roman" panose="02020603050405020304" pitchFamily="18" charset="0"/>
                <a:sym typeface="+mn-ea"/>
              </a:rPr>
              <a:t>Non-functional requirements describe the qualities or attributes that the system must have, such as performance, security, usability and scalability. It should deliver fast, seamless performance across devices. Compliance with security standards ensures data integrity, user privacy, and fraud prevention. </a:t>
            </a:r>
            <a:endParaRPr lang="en-US" sz="2400" dirty="0">
              <a:latin typeface="Times New Roman" panose="02020603050405020304" pitchFamily="18" charset="0"/>
              <a:ea typeface="+mn-lt"/>
              <a:cs typeface="Times New Roman" panose="02020603050405020304" pitchFamily="18" charset="0"/>
            </a:endParaRPr>
          </a:p>
          <a:p>
            <a:pPr marL="342900" indent="-342900" algn="just">
              <a:lnSpc>
                <a:spcPct val="150000"/>
              </a:lnSpc>
              <a:buFont typeface="Arial" panose="020B0604020202020204"/>
              <a:buChar char="•"/>
            </a:pPr>
            <a:r>
              <a:rPr lang="en-US" sz="2400" dirty="0">
                <a:latin typeface="Times New Roman" panose="02020603050405020304" pitchFamily="18" charset="0"/>
                <a:ea typeface="+mn-lt"/>
                <a:cs typeface="Times New Roman" panose="02020603050405020304" pitchFamily="18" charset="0"/>
                <a:sym typeface="+mn-ea"/>
              </a:rPr>
              <a:t>Performance</a:t>
            </a:r>
            <a:endParaRPr lang="en-US" sz="2400" dirty="0">
              <a:latin typeface="Times New Roman" panose="02020603050405020304" pitchFamily="18" charset="0"/>
              <a:ea typeface="+mn-lt"/>
              <a:cs typeface="Times New Roman" panose="02020603050405020304" pitchFamily="18" charset="0"/>
            </a:endParaRPr>
          </a:p>
          <a:p>
            <a:pPr marL="342900" indent="-342900" algn="just">
              <a:lnSpc>
                <a:spcPct val="150000"/>
              </a:lnSpc>
              <a:buFont typeface="Arial" panose="020B0604020202020204"/>
              <a:buChar char="•"/>
            </a:pPr>
            <a:r>
              <a:rPr lang="en-US" sz="2400" dirty="0">
                <a:latin typeface="Times New Roman" panose="02020603050405020304" pitchFamily="18" charset="0"/>
                <a:ea typeface="+mn-lt"/>
                <a:cs typeface="Times New Roman" panose="02020603050405020304" pitchFamily="18" charset="0"/>
                <a:sym typeface="+mn-ea"/>
              </a:rPr>
              <a:t>Security</a:t>
            </a:r>
            <a:endParaRPr lang="en-US" sz="2400" dirty="0">
              <a:latin typeface="Times New Roman" panose="02020603050405020304" pitchFamily="18" charset="0"/>
              <a:ea typeface="+mn-lt"/>
              <a:cs typeface="Times New Roman" panose="02020603050405020304" pitchFamily="18" charset="0"/>
            </a:endParaRPr>
          </a:p>
          <a:p>
            <a:pPr marL="342900" indent="-342900" algn="just">
              <a:lnSpc>
                <a:spcPct val="150000"/>
              </a:lnSpc>
              <a:buFont typeface="Arial" panose="020B0604020202020204"/>
              <a:buChar char="•"/>
            </a:pPr>
            <a:r>
              <a:rPr lang="en-US" sz="2400" dirty="0">
                <a:latin typeface="Times New Roman" panose="02020603050405020304" pitchFamily="18" charset="0"/>
                <a:ea typeface="+mn-lt"/>
                <a:cs typeface="Times New Roman" panose="02020603050405020304" pitchFamily="18" charset="0"/>
                <a:sym typeface="+mn-ea"/>
              </a:rPr>
              <a:t>Scalability</a:t>
            </a:r>
            <a:endParaRPr lang="en-US" sz="2400" dirty="0">
              <a:latin typeface="Times New Roman" panose="02020603050405020304" pitchFamily="18" charset="0"/>
              <a:ea typeface="+mn-lt"/>
              <a:cs typeface="Times New Roman" panose="02020603050405020304" pitchFamily="18" charset="0"/>
            </a:endParaRPr>
          </a:p>
          <a:p>
            <a:pPr marL="342900" indent="-342900" algn="just">
              <a:lnSpc>
                <a:spcPct val="150000"/>
              </a:lnSpc>
              <a:buFont typeface="Arial" panose="020B0604020202020204"/>
              <a:buChar char="•"/>
            </a:pPr>
            <a:r>
              <a:rPr lang="en-US" sz="2400" dirty="0">
                <a:latin typeface="Times New Roman" panose="02020603050405020304" pitchFamily="18" charset="0"/>
                <a:ea typeface="+mn-lt"/>
                <a:cs typeface="Times New Roman" panose="02020603050405020304" pitchFamily="18" charset="0"/>
                <a:sym typeface="+mn-ea"/>
              </a:rPr>
              <a:t>Usability</a:t>
            </a:r>
            <a:endParaRPr lang="en-US" sz="2400" dirty="0">
              <a:latin typeface="Times New Roman" panose="02020603050405020304" pitchFamily="18" charset="0"/>
              <a:ea typeface="+mn-lt"/>
              <a:cs typeface="Times New Roman" panose="02020603050405020304" pitchFamily="18" charset="0"/>
            </a:endParaRPr>
          </a:p>
          <a:p>
            <a:pPr marL="342900" indent="-342900" algn="just">
              <a:lnSpc>
                <a:spcPct val="150000"/>
              </a:lnSpc>
              <a:buFont typeface="Arial" panose="020B0604020202020204"/>
              <a:buChar char="•"/>
            </a:pPr>
            <a:r>
              <a:rPr lang="en-US" sz="2400" dirty="0">
                <a:latin typeface="Times New Roman" panose="02020603050405020304" pitchFamily="18" charset="0"/>
                <a:ea typeface="+mn-lt"/>
                <a:cs typeface="Times New Roman" panose="02020603050405020304" pitchFamily="18" charset="0"/>
                <a:sym typeface="+mn-ea"/>
              </a:rPr>
              <a:t>Maintainability</a:t>
            </a:r>
            <a:endParaRPr lang="en-IN" sz="2400" dirty="0">
              <a:latin typeface="Times New Roman" panose="02020603050405020304" pitchFamily="18" charset="0"/>
              <a:cs typeface="Times New Roman" panose="02020603050405020304" pitchFamily="18" charset="0"/>
            </a:endParaRPr>
          </a:p>
          <a:p>
            <a:pPr marL="0" indent="0">
              <a:buNone/>
            </a:pPr>
            <a:endParaRPr lang="en-GB" alt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35"/>
            <a:ext cx="10515600" cy="858520"/>
          </a:xfrm>
        </p:spPr>
        <p:txBody>
          <a:bodyPr/>
          <a:lstStyle/>
          <a:p>
            <a:pPr algn="ctr"/>
            <a:r>
              <a:rPr lang="en-US" sz="2800" dirty="0">
                <a:solidFill>
                  <a:srgbClr val="FF0000"/>
                </a:solidFill>
                <a:latin typeface="Times New Roman" panose="02020603050405020304" pitchFamily="18" charset="0"/>
                <a:cs typeface="Times New Roman" panose="02020603050405020304" pitchFamily="18" charset="0"/>
                <a:sym typeface="+mn-ea"/>
              </a:rPr>
              <a:t>MODULES</a:t>
            </a:r>
            <a:endParaRPr lang="en-GB" altLang="en-US" sz="2800" dirty="0"/>
          </a:p>
        </p:txBody>
      </p:sp>
      <p:sp>
        <p:nvSpPr>
          <p:cNvPr id="3" name="Content Placeholder 2"/>
          <p:cNvSpPr>
            <a:spLocks noGrp="1"/>
          </p:cNvSpPr>
          <p:nvPr>
            <p:ph idx="1"/>
          </p:nvPr>
        </p:nvSpPr>
        <p:spPr>
          <a:xfrm>
            <a:off x="1255395" y="781685"/>
            <a:ext cx="10515600" cy="7551420"/>
          </a:xfrm>
        </p:spPr>
        <p:txBody>
          <a:bodyPr>
            <a:normAutofit/>
          </a:bodyPr>
          <a:lstStyle/>
          <a:p>
            <a:pPr marL="0" indent="0">
              <a:lnSpc>
                <a:spcPct val="150000"/>
              </a:lnSpc>
              <a:buNone/>
            </a:pPr>
            <a:r>
              <a:rPr lang="en-US" altLang="en-GB" sz="2000" b="1" dirty="0">
                <a:latin typeface="Times New Roman" panose="02020603050405020304" pitchFamily="18" charset="0"/>
                <a:cs typeface="Times New Roman" panose="02020603050405020304" pitchFamily="18" charset="0"/>
              </a:rPr>
              <a:t>1</a:t>
            </a:r>
            <a:r>
              <a:rPr lang="en-GB" altLang="en-US" sz="2000" b="1" dirty="0">
                <a:latin typeface="Times New Roman" panose="02020603050405020304" pitchFamily="18" charset="0"/>
                <a:cs typeface="Times New Roman" panose="02020603050405020304" pitchFamily="18" charset="0"/>
              </a:rPr>
              <a:t>. Student Management Module</a:t>
            </a:r>
            <a:r>
              <a:rPr lang="en-GB" altLang="en-US" sz="2000" dirty="0"/>
              <a:t> </a:t>
            </a:r>
            <a:r>
              <a:rPr lang="en-GB" altLang="en-US" sz="1800" dirty="0">
                <a:latin typeface="Times New Roman" panose="02020603050405020304" pitchFamily="18" charset="0"/>
                <a:cs typeface="Times New Roman" panose="02020603050405020304" pitchFamily="18" charset="0"/>
              </a:rPr>
              <a:t>   </a:t>
            </a:r>
          </a:p>
          <a:p>
            <a:pPr lvl="1">
              <a:lnSpc>
                <a:spcPct val="150000"/>
              </a:lnSpc>
            </a:pPr>
            <a:r>
              <a:rPr lang="en-GB" altLang="en-US" sz="1800" dirty="0">
                <a:latin typeface="Times New Roman" panose="02020603050405020304" pitchFamily="18" charset="0"/>
                <a:cs typeface="Times New Roman" panose="02020603050405020304" pitchFamily="18" charset="0"/>
              </a:rPr>
              <a:t>Student registration and login. </a:t>
            </a:r>
          </a:p>
          <a:p>
            <a:pPr lvl="1">
              <a:lnSpc>
                <a:spcPct val="150000"/>
              </a:lnSpc>
            </a:pPr>
            <a:r>
              <a:rPr lang="en-GB" altLang="en-US" sz="1800" dirty="0">
                <a:latin typeface="Times New Roman" panose="02020603050405020304" pitchFamily="18" charset="0"/>
                <a:cs typeface="Times New Roman" panose="02020603050405020304" pitchFamily="18" charset="0"/>
              </a:rPr>
              <a:t>Profile management.  </a:t>
            </a:r>
            <a:endParaRPr lang="en-GB" altLang="en-US" sz="2000" dirty="0">
              <a:latin typeface="Times New Roman" panose="02020603050405020304" pitchFamily="18" charset="0"/>
              <a:cs typeface="Times New Roman" panose="02020603050405020304" pitchFamily="18" charset="0"/>
            </a:endParaRPr>
          </a:p>
          <a:p>
            <a:pPr marL="0" indent="0">
              <a:lnSpc>
                <a:spcPct val="100000"/>
              </a:lnSpc>
              <a:buNone/>
            </a:pPr>
            <a:r>
              <a:rPr lang="en-US" altLang="en-GB" sz="2000" b="1" dirty="0">
                <a:latin typeface="Times New Roman" panose="02020603050405020304" pitchFamily="18" charset="0"/>
                <a:cs typeface="Times New Roman" panose="02020603050405020304" pitchFamily="18" charset="0"/>
              </a:rPr>
              <a:t>2</a:t>
            </a:r>
            <a:r>
              <a:rPr lang="en-GB" altLang="en-US" sz="2000" b="1" dirty="0">
                <a:latin typeface="Times New Roman" panose="02020603050405020304" pitchFamily="18" charset="0"/>
                <a:cs typeface="Times New Roman" panose="02020603050405020304" pitchFamily="18" charset="0"/>
              </a:rPr>
              <a:t>. Election Management Module</a:t>
            </a:r>
            <a:r>
              <a:rPr lang="en-GB" altLang="en-US" dirty="0"/>
              <a:t> </a:t>
            </a:r>
          </a:p>
          <a:p>
            <a:pPr lvl="1">
              <a:lnSpc>
                <a:spcPct val="150000"/>
              </a:lnSpc>
            </a:pPr>
            <a:r>
              <a:rPr lang="en-GB" altLang="en-US" sz="1800" dirty="0">
                <a:latin typeface="Times New Roman" panose="02020603050405020304" pitchFamily="18" charset="0"/>
                <a:cs typeface="Times New Roman" panose="02020603050405020304" pitchFamily="18" charset="0"/>
              </a:rPr>
              <a:t>Defines election rules, dates and positions.</a:t>
            </a:r>
          </a:p>
          <a:p>
            <a:pPr lvl="1">
              <a:lnSpc>
                <a:spcPct val="150000"/>
              </a:lnSpc>
            </a:pPr>
            <a:r>
              <a:rPr lang="en-GB" altLang="en-US" sz="1800" dirty="0">
                <a:latin typeface="Times New Roman" panose="02020603050405020304" pitchFamily="18" charset="0"/>
                <a:cs typeface="Times New Roman" panose="02020603050405020304" pitchFamily="18" charset="0"/>
              </a:rPr>
              <a:t>Review and approve candidate applications. </a:t>
            </a:r>
          </a:p>
          <a:p>
            <a:pPr marL="0" indent="0">
              <a:lnSpc>
                <a:spcPct val="100000"/>
              </a:lnSpc>
              <a:buNone/>
            </a:pPr>
            <a:r>
              <a:rPr lang="en-US" altLang="en-GB" sz="2000" b="1" dirty="0">
                <a:latin typeface="Times New Roman" panose="02020603050405020304" pitchFamily="18" charset="0"/>
                <a:cs typeface="Times New Roman" panose="02020603050405020304" pitchFamily="18" charset="0"/>
                <a:sym typeface="+mn-ea"/>
              </a:rPr>
              <a:t>3</a:t>
            </a:r>
            <a:r>
              <a:rPr lang="en-GB" altLang="en-US" sz="2000" b="1" dirty="0">
                <a:latin typeface="Times New Roman" panose="02020603050405020304" pitchFamily="18" charset="0"/>
                <a:cs typeface="Times New Roman" panose="02020603050405020304" pitchFamily="18" charset="0"/>
                <a:sym typeface="+mn-ea"/>
              </a:rPr>
              <a:t>. Candidate Promotion Module</a:t>
            </a:r>
            <a:endParaRPr lang="en-GB" altLang="en-US" dirty="0"/>
          </a:p>
          <a:p>
            <a:pPr lvl="1">
              <a:lnSpc>
                <a:spcPct val="150000"/>
              </a:lnSpc>
            </a:pPr>
            <a:r>
              <a:rPr lang="en-GB" altLang="en-US" sz="1800" dirty="0">
                <a:latin typeface="Times New Roman" panose="02020603050405020304" pitchFamily="18" charset="0"/>
                <a:cs typeface="Times New Roman" panose="02020603050405020304" pitchFamily="18" charset="0"/>
              </a:rPr>
              <a:t>Candidates display their qualifications, goals and campaign promises.</a:t>
            </a:r>
          </a:p>
          <a:p>
            <a:pPr lvl="1">
              <a:lnSpc>
                <a:spcPct val="150000"/>
              </a:lnSpc>
            </a:pPr>
            <a:r>
              <a:rPr lang="en-GB" altLang="en-US" sz="1800" dirty="0">
                <a:latin typeface="Times New Roman" panose="02020603050405020304" pitchFamily="18" charset="0"/>
                <a:cs typeface="Times New Roman" panose="02020603050405020304" pitchFamily="18" charset="0"/>
              </a:rPr>
              <a:t>Allow students to engage with candidates.</a:t>
            </a:r>
          </a:p>
          <a:p>
            <a:pPr lvl="1">
              <a:lnSpc>
                <a:spcPct val="150000"/>
              </a:lnSpc>
            </a:pPr>
            <a:r>
              <a:rPr lang="en-GB" altLang="en-US" sz="1800" dirty="0">
                <a:latin typeface="Times New Roman" panose="02020603050405020304" pitchFamily="18" charset="0"/>
                <a:cs typeface="Times New Roman" panose="02020603050405020304" pitchFamily="18" charset="0"/>
              </a:rPr>
              <a:t>Students an submit questions to be answered by the candidates. </a:t>
            </a:r>
          </a:p>
          <a:p>
            <a:pPr>
              <a:lnSpc>
                <a:spcPct val="150000"/>
              </a:lnSpc>
            </a:pP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35"/>
            <a:ext cx="10515600" cy="858520"/>
          </a:xfrm>
        </p:spPr>
        <p:txBody>
          <a:bodyPr/>
          <a:lstStyle/>
          <a:p>
            <a:pPr algn="ctr"/>
            <a:r>
              <a:rPr lang="en-GB" altLang="en-US" sz="2800" dirty="0"/>
              <a:t>.</a:t>
            </a:r>
          </a:p>
        </p:txBody>
      </p:sp>
      <p:sp>
        <p:nvSpPr>
          <p:cNvPr id="3" name="Content Placeholder 2"/>
          <p:cNvSpPr>
            <a:spLocks noGrp="1"/>
          </p:cNvSpPr>
          <p:nvPr>
            <p:ph idx="1"/>
          </p:nvPr>
        </p:nvSpPr>
        <p:spPr>
          <a:xfrm>
            <a:off x="1255395" y="781685"/>
            <a:ext cx="10515600" cy="7551420"/>
          </a:xfrm>
        </p:spPr>
        <p:txBody>
          <a:bodyPr>
            <a:normAutofit/>
          </a:bodyPr>
          <a:lstStyle/>
          <a:p>
            <a:pPr marL="0" indent="0">
              <a:lnSpc>
                <a:spcPct val="150000"/>
              </a:lnSpc>
              <a:buNone/>
            </a:pPr>
            <a:r>
              <a:rPr lang="en-US" altLang="en-GB" sz="2000" b="1" dirty="0">
                <a:latin typeface="Times New Roman" panose="02020603050405020304" pitchFamily="18" charset="0"/>
                <a:cs typeface="Times New Roman" panose="02020603050405020304" pitchFamily="18" charset="0"/>
              </a:rPr>
              <a:t>4</a:t>
            </a:r>
            <a:r>
              <a:rPr lang="en-GB" altLang="en-US" sz="2000" b="1" dirty="0">
                <a:latin typeface="Times New Roman" panose="02020603050405020304" pitchFamily="18" charset="0"/>
                <a:cs typeface="Times New Roman" panose="02020603050405020304" pitchFamily="18" charset="0"/>
              </a:rPr>
              <a:t>. Voting &amp; Authentication Module</a:t>
            </a:r>
            <a:r>
              <a:rPr lang="en-GB" altLang="en-US" sz="2000" dirty="0"/>
              <a:t> </a:t>
            </a:r>
            <a:endParaRPr lang="en-GB" altLang="en-US" sz="2200" dirty="0"/>
          </a:p>
          <a:p>
            <a:pPr lvl="1">
              <a:lnSpc>
                <a:spcPct val="150000"/>
              </a:lnSpc>
            </a:pPr>
            <a:r>
              <a:rPr lang="en-GB" altLang="en-US" sz="1800" dirty="0">
                <a:latin typeface="Times New Roman" panose="02020603050405020304" pitchFamily="18" charset="0"/>
                <a:cs typeface="Times New Roman" panose="02020603050405020304" pitchFamily="18" charset="0"/>
              </a:rPr>
              <a:t>Multi-factor authentication (student ID verification, login) is provided.</a:t>
            </a:r>
          </a:p>
          <a:p>
            <a:pPr lvl="1">
              <a:lnSpc>
                <a:spcPct val="150000"/>
              </a:lnSpc>
            </a:pPr>
            <a:r>
              <a:rPr lang="en-GB" altLang="en-US" sz="1800" dirty="0">
                <a:latin typeface="Times New Roman" panose="02020603050405020304" pitchFamily="18" charset="0"/>
                <a:cs typeface="Times New Roman" panose="02020603050405020304" pitchFamily="18" charset="0"/>
              </a:rPr>
              <a:t>Ensures privacy and prevents duplicate voting.</a:t>
            </a:r>
            <a:endParaRPr lang="en-GB" altLang="en-US" sz="1800" dirty="0">
              <a:latin typeface="Times New Roman" panose="02020603050405020304" pitchFamily="18" charset="0"/>
              <a:cs typeface="Times New Roman" panose="02020603050405020304" pitchFamily="18" charset="0"/>
              <a:sym typeface="+mn-ea"/>
            </a:endParaRPr>
          </a:p>
          <a:p>
            <a:pPr marL="0" indent="0">
              <a:lnSpc>
                <a:spcPct val="100000"/>
              </a:lnSpc>
              <a:buNone/>
            </a:pPr>
            <a:r>
              <a:rPr lang="en-US" altLang="en-US" sz="2000" b="1" dirty="0">
                <a:latin typeface="Times New Roman" panose="02020603050405020304" pitchFamily="18" charset="0"/>
                <a:cs typeface="Times New Roman" panose="02020603050405020304" pitchFamily="18" charset="0"/>
              </a:rPr>
              <a:t>5</a:t>
            </a:r>
            <a:r>
              <a:rPr lang="en-GB" altLang="en-US" sz="2000" b="1" dirty="0">
                <a:latin typeface="Times New Roman" panose="02020603050405020304" pitchFamily="18" charset="0"/>
                <a:cs typeface="Times New Roman" panose="02020603050405020304" pitchFamily="18" charset="0"/>
              </a:rPr>
              <a:t>. Cloud Resource Management Module </a:t>
            </a:r>
          </a:p>
          <a:p>
            <a:pPr lvl="1">
              <a:lnSpc>
                <a:spcPct val="150000"/>
              </a:lnSpc>
            </a:pPr>
            <a:r>
              <a:rPr lang="en-GB" altLang="en-US" sz="1800" dirty="0">
                <a:latin typeface="Times New Roman" panose="02020603050405020304" pitchFamily="18" charset="0"/>
                <a:cs typeface="Times New Roman" panose="02020603050405020304" pitchFamily="18" charset="0"/>
              </a:rPr>
              <a:t>Ensures scalability and optimal resource utilization.  </a:t>
            </a:r>
          </a:p>
          <a:p>
            <a:pPr lvl="1">
              <a:lnSpc>
                <a:spcPct val="150000"/>
              </a:lnSpc>
            </a:pPr>
            <a:r>
              <a:rPr lang="en-GB" altLang="en-US" sz="1800" dirty="0">
                <a:latin typeface="Times New Roman" panose="02020603050405020304" pitchFamily="18" charset="0"/>
                <a:cs typeface="Times New Roman" panose="02020603050405020304" pitchFamily="18" charset="0"/>
              </a:rPr>
              <a:t>Load balancing to handle large user volumes. </a:t>
            </a:r>
          </a:p>
          <a:p>
            <a:pPr marL="0" indent="0">
              <a:lnSpc>
                <a:spcPct val="150000"/>
              </a:lnSpc>
              <a:buNone/>
            </a:pPr>
            <a:r>
              <a:rPr lang="en-GB" altLang="en-US" sz="2000" b="1" dirty="0">
                <a:latin typeface="Times New Roman" panose="02020603050405020304" pitchFamily="18" charset="0"/>
                <a:cs typeface="Times New Roman" panose="02020603050405020304" pitchFamily="18" charset="0"/>
              </a:rPr>
              <a:t>6. Security and Fraud Prevention Module</a:t>
            </a:r>
            <a:r>
              <a:rPr lang="en-GB" altLang="en-US" sz="1800" dirty="0">
                <a:latin typeface="Times New Roman" panose="02020603050405020304" pitchFamily="18" charset="0"/>
                <a:cs typeface="Times New Roman" panose="02020603050405020304" pitchFamily="18" charset="0"/>
              </a:rPr>
              <a:t> </a:t>
            </a:r>
          </a:p>
          <a:p>
            <a:pPr lvl="1">
              <a:lnSpc>
                <a:spcPct val="150000"/>
              </a:lnSpc>
            </a:pPr>
            <a:r>
              <a:rPr lang="en-GB" altLang="en-US" sz="1800" dirty="0">
                <a:latin typeface="Times New Roman" panose="02020603050405020304" pitchFamily="18" charset="0"/>
                <a:cs typeface="Times New Roman" panose="02020603050405020304" pitchFamily="18" charset="0"/>
              </a:rPr>
              <a:t>Safeguards the system from unauthorized access and fraud.   </a:t>
            </a:r>
          </a:p>
          <a:p>
            <a:pPr lvl="1">
              <a:lnSpc>
                <a:spcPct val="150000"/>
              </a:lnSpc>
            </a:pPr>
            <a:r>
              <a:rPr lang="en-GB" altLang="en-US" sz="1800" dirty="0">
                <a:latin typeface="Times New Roman" panose="02020603050405020304" pitchFamily="18" charset="0"/>
                <a:cs typeface="Times New Roman" panose="02020603050405020304" pitchFamily="18" charset="0"/>
              </a:rPr>
              <a:t>User authentication. </a:t>
            </a:r>
          </a:p>
          <a:p>
            <a:pPr lvl="1">
              <a:lnSpc>
                <a:spcPct val="150000"/>
              </a:lnSpc>
              <a:buNone/>
            </a:pPr>
            <a:endParaRPr lang="en-GB" altLang="en-US" sz="1800" dirty="0">
              <a:latin typeface="Times New Roman" panose="02020603050405020304" pitchFamily="18" charset="0"/>
              <a:cs typeface="Times New Roman" panose="02020603050405020304" pitchFamily="18" charset="0"/>
            </a:endParaRPr>
          </a:p>
          <a:p>
            <a:pPr>
              <a:lnSpc>
                <a:spcPct val="150000"/>
              </a:lnSpc>
            </a:pP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solidFill>
                  <a:srgbClr val="FF0000"/>
                </a:solidFill>
                <a:latin typeface="Times New Roman" panose="02020603050405020304" pitchFamily="18" charset="0"/>
                <a:cs typeface="Times New Roman" panose="02020603050405020304" pitchFamily="18" charset="0"/>
              </a:rPr>
              <a:t>TECHNICAL ARCHITECTURE</a:t>
            </a:r>
            <a:endParaRPr lang="en-US" sz="2800" dirty="0"/>
          </a:p>
        </p:txBody>
      </p:sp>
      <p:pic>
        <p:nvPicPr>
          <p:cNvPr id="7" name="Picture 6">
            <a:extLst>
              <a:ext uri="{FF2B5EF4-FFF2-40B4-BE49-F238E27FC236}">
                <a16:creationId xmlns:a16="http://schemas.microsoft.com/office/drawing/2014/main" id="{36A960CF-BF0E-934F-E898-994786EF49EF}"/>
              </a:ext>
            </a:extLst>
          </p:cNvPr>
          <p:cNvPicPr>
            <a:picLocks noChangeAspect="1"/>
          </p:cNvPicPr>
          <p:nvPr/>
        </p:nvPicPr>
        <p:blipFill>
          <a:blip r:embed="rId2"/>
          <a:stretch>
            <a:fillRect/>
          </a:stretch>
        </p:blipFill>
        <p:spPr>
          <a:xfrm>
            <a:off x="2183363" y="1690688"/>
            <a:ext cx="7977673" cy="453353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71247"/>
          </a:xfrm>
        </p:spPr>
        <p:txBody>
          <a:bodyPr>
            <a:normAutofit/>
          </a:bodyPr>
          <a:lstStyle/>
          <a:p>
            <a:r>
              <a:rPr lang="en-IN" sz="2800" dirty="0">
                <a:solidFill>
                  <a:srgbClr val="FF0000"/>
                </a:solidFill>
                <a:latin typeface="Times New Roman" panose="02020603050405020304" pitchFamily="18" charset="0"/>
                <a:cs typeface="Times New Roman" panose="02020603050405020304" pitchFamily="18" charset="0"/>
              </a:rPr>
              <a:t>SYSTEM ARCHITECTURE</a:t>
            </a:r>
            <a:endParaRPr lang="en-IN" sz="2800" dirty="0"/>
          </a:p>
        </p:txBody>
      </p:sp>
      <p:pic>
        <p:nvPicPr>
          <p:cNvPr id="5" name="Picture 4">
            <a:extLst>
              <a:ext uri="{FF2B5EF4-FFF2-40B4-BE49-F238E27FC236}">
                <a16:creationId xmlns:a16="http://schemas.microsoft.com/office/drawing/2014/main" id="{26E02E54-98A4-3572-3B74-F40A23F3E357}"/>
              </a:ext>
            </a:extLst>
          </p:cNvPr>
          <p:cNvPicPr>
            <a:picLocks noChangeAspect="1"/>
          </p:cNvPicPr>
          <p:nvPr/>
        </p:nvPicPr>
        <p:blipFill>
          <a:blip r:embed="rId2"/>
          <a:stretch>
            <a:fillRect/>
          </a:stretch>
        </p:blipFill>
        <p:spPr>
          <a:xfrm>
            <a:off x="1780363" y="1799700"/>
            <a:ext cx="8855207" cy="4023709"/>
          </a:xfrm>
          <a:prstGeom prst="rect">
            <a:avLst/>
          </a:prstGeom>
        </p:spPr>
      </p:pic>
    </p:spTree>
    <p:extLst>
      <p:ext uri="{BB962C8B-B14F-4D97-AF65-F5344CB8AC3E}">
        <p14:creationId xmlns:p14="http://schemas.microsoft.com/office/powerpoint/2010/main" val="3223467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5337"/>
          </a:xfrm>
        </p:spPr>
        <p:txBody>
          <a:bodyPr>
            <a:normAutofit/>
          </a:bodyPr>
          <a:lstStyle/>
          <a:p>
            <a:pPr algn="ctr"/>
            <a:r>
              <a:rPr lang="en-US" sz="2800" dirty="0">
                <a:solidFill>
                  <a:srgbClr val="FF0000"/>
                </a:solidFill>
                <a:latin typeface="Times New Roman" panose="02020603050405020304" pitchFamily="18" charset="0"/>
                <a:cs typeface="Times New Roman" panose="02020603050405020304" pitchFamily="18" charset="0"/>
                <a:sym typeface="+mn-ea"/>
              </a:rPr>
              <a:t>COMPUTATIONAL RESOURCES</a:t>
            </a:r>
            <a:endParaRPr lang="en-IN" sz="2800" dirty="0"/>
          </a:p>
        </p:txBody>
      </p:sp>
      <p:sp>
        <p:nvSpPr>
          <p:cNvPr id="3" name="Content Placeholder 2"/>
          <p:cNvSpPr>
            <a:spLocks noGrp="1"/>
          </p:cNvSpPr>
          <p:nvPr>
            <p:ph idx="1"/>
          </p:nvPr>
        </p:nvSpPr>
        <p:spPr>
          <a:xfrm>
            <a:off x="838200" y="1120462"/>
            <a:ext cx="10515600" cy="5056501"/>
          </a:xfrm>
        </p:spPr>
        <p:txBody>
          <a:bodyPr>
            <a:normAutofit/>
          </a:bodyPr>
          <a:lstStyle/>
          <a:p>
            <a:pPr marL="0" indent="0">
              <a:lnSpc>
                <a:spcPct val="150000"/>
              </a:lnSpc>
              <a:buNone/>
            </a:pPr>
            <a:r>
              <a:rPr lang="en-GB" altLang="en-US" sz="2200" b="1" dirty="0">
                <a:latin typeface="Times New Roman" panose="02020603050405020304" pitchFamily="18" charset="0"/>
                <a:cs typeface="Times New Roman" panose="02020603050405020304" pitchFamily="18" charset="0"/>
              </a:rPr>
              <a:t>Software Requirements: </a:t>
            </a:r>
          </a:p>
          <a:p>
            <a:pPr lvl="1">
              <a:lnSpc>
                <a:spcPct val="150000"/>
              </a:lnSpc>
            </a:pPr>
            <a:r>
              <a:rPr lang="en-GB" altLang="en-US" sz="2000" dirty="0">
                <a:latin typeface="Times New Roman" panose="02020603050405020304" pitchFamily="18" charset="0"/>
                <a:cs typeface="Times New Roman" panose="02020603050405020304" pitchFamily="18" charset="0"/>
              </a:rPr>
              <a:t>Front-end                                          </a:t>
            </a:r>
            <a:r>
              <a:rPr lang="en-US" altLang="en-GB" sz="2000" dirty="0">
                <a:latin typeface="Times New Roman" panose="02020603050405020304" pitchFamily="18" charset="0"/>
                <a:cs typeface="Times New Roman" panose="02020603050405020304" pitchFamily="18" charset="0"/>
              </a:rPr>
              <a:t>     </a:t>
            </a:r>
            <a:r>
              <a:rPr lang="en-GB" altLang="en-US" sz="2000" dirty="0">
                <a:latin typeface="Times New Roman" panose="02020603050405020304" pitchFamily="18" charset="0"/>
                <a:cs typeface="Times New Roman" panose="02020603050405020304" pitchFamily="18" charset="0"/>
              </a:rPr>
              <a:t>: HTML, CSS, JavaScript.  </a:t>
            </a:r>
          </a:p>
          <a:p>
            <a:pPr lvl="1">
              <a:lnSpc>
                <a:spcPct val="150000"/>
              </a:lnSpc>
            </a:pPr>
            <a:r>
              <a:rPr lang="en-GB" altLang="en-US" sz="2000" dirty="0">
                <a:latin typeface="Times New Roman" panose="02020603050405020304" pitchFamily="18" charset="0"/>
                <a:cs typeface="Times New Roman" panose="02020603050405020304" pitchFamily="18" charset="0"/>
              </a:rPr>
              <a:t>Back-end              </a:t>
            </a:r>
            <a:r>
              <a:rPr lang="en-US" altLang="en-GB" sz="2000" dirty="0">
                <a:latin typeface="Times New Roman" panose="02020603050405020304" pitchFamily="18" charset="0"/>
                <a:cs typeface="Times New Roman" panose="02020603050405020304" pitchFamily="18" charset="0"/>
              </a:rPr>
              <a:t>                                  </a:t>
            </a:r>
            <a:r>
              <a:rPr lang="en-GB" altLang="en-US" sz="2000" dirty="0">
                <a:latin typeface="Times New Roman" panose="02020603050405020304" pitchFamily="18" charset="0"/>
                <a:cs typeface="Times New Roman" panose="02020603050405020304" pitchFamily="18" charset="0"/>
              </a:rPr>
              <a:t>: Node JS, Python.</a:t>
            </a:r>
          </a:p>
          <a:p>
            <a:pPr lvl="1">
              <a:lnSpc>
                <a:spcPct val="150000"/>
              </a:lnSpc>
            </a:pPr>
            <a:r>
              <a:rPr lang="en-GB" altLang="en-US" sz="2000" dirty="0">
                <a:latin typeface="Times New Roman" panose="02020603050405020304" pitchFamily="18" charset="0"/>
                <a:cs typeface="Times New Roman" panose="02020603050405020304" pitchFamily="18" charset="0"/>
              </a:rPr>
              <a:t>Database Management                           : </a:t>
            </a:r>
            <a:r>
              <a:rPr lang="en-GB" altLang="en-US" sz="2000" dirty="0" err="1">
                <a:latin typeface="Times New Roman" panose="02020603050405020304" pitchFamily="18" charset="0"/>
                <a:cs typeface="Times New Roman" panose="02020603050405020304" pitchFamily="18" charset="0"/>
              </a:rPr>
              <a:t>MySQL</a:t>
            </a:r>
            <a:r>
              <a:rPr lang="en-GB" altLang="en-US" sz="2000" dirty="0">
                <a:latin typeface="Times New Roman" panose="02020603050405020304" pitchFamily="18" charset="0"/>
                <a:cs typeface="Times New Roman" panose="02020603050405020304" pitchFamily="18" charset="0"/>
              </a:rPr>
              <a:t>.</a:t>
            </a:r>
          </a:p>
          <a:p>
            <a:pPr lvl="1">
              <a:lnSpc>
                <a:spcPct val="150000"/>
              </a:lnSpc>
            </a:pPr>
            <a:r>
              <a:rPr lang="en-GB" altLang="en-US" sz="2000" dirty="0">
                <a:latin typeface="Times New Roman" panose="02020603050405020304" pitchFamily="18" charset="0"/>
                <a:cs typeface="Times New Roman" panose="02020603050405020304" pitchFamily="18" charset="0"/>
              </a:rPr>
              <a:t>Development Tools                                : Visual Studio Code.</a:t>
            </a:r>
          </a:p>
        </p:txBody>
      </p:sp>
    </p:spTree>
    <p:extLst>
      <p:ext uri="{BB962C8B-B14F-4D97-AF65-F5344CB8AC3E}">
        <p14:creationId xmlns:p14="http://schemas.microsoft.com/office/powerpoint/2010/main" val="1274402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637"/>
            <a:ext cx="10515600" cy="1141730"/>
          </a:xfrm>
        </p:spPr>
        <p:txBody>
          <a:bodyPr/>
          <a:lstStyle/>
          <a:p>
            <a:pPr algn="ctr"/>
            <a:r>
              <a:rPr lang="en-US" sz="2800" dirty="0">
                <a:solidFill>
                  <a:srgbClr val="FF0000"/>
                </a:solidFill>
                <a:latin typeface="Times New Roman" panose="02020603050405020304" pitchFamily="18" charset="0"/>
                <a:cs typeface="Times New Roman" panose="02020603050405020304" pitchFamily="18" charset="0"/>
                <a:sym typeface="+mn-ea"/>
              </a:rPr>
              <a:t>COMPUTATIONAL RESOURCES</a:t>
            </a:r>
            <a:endParaRPr lang="en-GB" altLang="en-US" sz="2800" dirty="0"/>
          </a:p>
        </p:txBody>
      </p:sp>
      <p:sp>
        <p:nvSpPr>
          <p:cNvPr id="3" name="Content Placeholder 2"/>
          <p:cNvSpPr>
            <a:spLocks noGrp="1"/>
          </p:cNvSpPr>
          <p:nvPr>
            <p:ph idx="1"/>
          </p:nvPr>
        </p:nvSpPr>
        <p:spPr>
          <a:xfrm>
            <a:off x="1242695" y="927735"/>
            <a:ext cx="10168890" cy="5721350"/>
          </a:xfrm>
        </p:spPr>
        <p:txBody>
          <a:bodyPr>
            <a:normAutofit/>
          </a:bodyPr>
          <a:lstStyle/>
          <a:p>
            <a:pPr marL="0" indent="0">
              <a:lnSpc>
                <a:spcPct val="150000"/>
              </a:lnSpc>
              <a:buNone/>
            </a:pPr>
            <a:r>
              <a:rPr lang="en-GB" altLang="en-US" sz="2200" b="1" dirty="0">
                <a:latin typeface="Times New Roman" panose="02020603050405020304" pitchFamily="18" charset="0"/>
                <a:cs typeface="Times New Roman" panose="02020603050405020304" pitchFamily="18" charset="0"/>
              </a:rPr>
              <a:t>Hardware Requirements: </a:t>
            </a:r>
          </a:p>
          <a:p>
            <a:pPr lvl="1">
              <a:lnSpc>
                <a:spcPct val="150000"/>
              </a:lnSpc>
            </a:pPr>
            <a:r>
              <a:rPr lang="en-GB" altLang="en-US" sz="2000" dirty="0">
                <a:latin typeface="Times New Roman" panose="02020603050405020304" pitchFamily="18" charset="0"/>
                <a:cs typeface="Times New Roman" panose="02020603050405020304" pitchFamily="18" charset="0"/>
              </a:rPr>
              <a:t>Processor                                            </a:t>
            </a:r>
            <a:r>
              <a:rPr lang="en-US" altLang="en-GB" sz="2000" dirty="0">
                <a:latin typeface="Times New Roman" panose="02020603050405020304" pitchFamily="18" charset="0"/>
                <a:cs typeface="Times New Roman" panose="02020603050405020304" pitchFamily="18" charset="0"/>
              </a:rPr>
              <a:t> </a:t>
            </a:r>
            <a:r>
              <a:rPr lang="en-GB" altLang="en-US" sz="2000" dirty="0">
                <a:latin typeface="Times New Roman" panose="02020603050405020304" pitchFamily="18" charset="0"/>
                <a:cs typeface="Times New Roman" panose="02020603050405020304" pitchFamily="18" charset="0"/>
              </a:rPr>
              <a:t>  : Multi-core CPU (e.g., Intel Xenon).</a:t>
            </a:r>
          </a:p>
          <a:p>
            <a:pPr lvl="1">
              <a:lnSpc>
                <a:spcPct val="150000"/>
              </a:lnSpc>
            </a:pPr>
            <a:r>
              <a:rPr lang="en-GB" altLang="en-US" sz="2000" dirty="0">
                <a:latin typeface="Times New Roman" panose="02020603050405020304" pitchFamily="18" charset="0"/>
                <a:cs typeface="Times New Roman" panose="02020603050405020304" pitchFamily="18" charset="0"/>
              </a:rPr>
              <a:t>RAM                                                    </a:t>
            </a:r>
            <a:r>
              <a:rPr lang="en-US" altLang="en-GB" sz="2000" dirty="0">
                <a:latin typeface="Times New Roman" panose="02020603050405020304" pitchFamily="18" charset="0"/>
                <a:cs typeface="Times New Roman" panose="02020603050405020304" pitchFamily="18" charset="0"/>
              </a:rPr>
              <a:t> </a:t>
            </a:r>
            <a:r>
              <a:rPr lang="en-GB" altLang="en-US" sz="2000" dirty="0">
                <a:latin typeface="Times New Roman" panose="02020603050405020304" pitchFamily="18" charset="0"/>
                <a:cs typeface="Times New Roman" panose="02020603050405020304" pitchFamily="18" charset="0"/>
              </a:rPr>
              <a:t>: </a:t>
            </a:r>
            <a:r>
              <a:rPr lang="en-US" altLang="en-GB" sz="2000" dirty="0">
                <a:latin typeface="Times New Roman" panose="02020603050405020304" pitchFamily="18" charset="0"/>
                <a:cs typeface="Times New Roman" panose="02020603050405020304" pitchFamily="18" charset="0"/>
              </a:rPr>
              <a:t>8</a:t>
            </a:r>
            <a:r>
              <a:rPr lang="en-GB" altLang="en-US" sz="2000" dirty="0">
                <a:latin typeface="Times New Roman" panose="02020603050405020304" pitchFamily="18" charset="0"/>
                <a:cs typeface="Times New Roman" panose="02020603050405020304" pitchFamily="18" charset="0"/>
              </a:rPr>
              <a:t>GB or above.</a:t>
            </a:r>
          </a:p>
          <a:p>
            <a:pPr lvl="1">
              <a:lnSpc>
                <a:spcPct val="150000"/>
              </a:lnSpc>
            </a:pPr>
            <a:r>
              <a:rPr lang="en-GB" altLang="en-US" sz="2000" dirty="0">
                <a:latin typeface="Times New Roman" panose="02020603050405020304" pitchFamily="18" charset="0"/>
                <a:cs typeface="Times New Roman" panose="02020603050405020304" pitchFamily="18" charset="0"/>
              </a:rPr>
              <a:t>Hard Disk                                             </a:t>
            </a:r>
            <a:r>
              <a:rPr lang="en-US" altLang="en-GB" sz="2000" dirty="0">
                <a:latin typeface="Times New Roman" panose="02020603050405020304" pitchFamily="18" charset="0"/>
                <a:cs typeface="Times New Roman" panose="02020603050405020304" pitchFamily="18" charset="0"/>
              </a:rPr>
              <a:t> </a:t>
            </a:r>
            <a:r>
              <a:rPr lang="en-GB"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100</a:t>
            </a:r>
            <a:r>
              <a:rPr lang="en-GB" altLang="en-US" sz="2000" dirty="0">
                <a:latin typeface="Times New Roman" panose="02020603050405020304" pitchFamily="18" charset="0"/>
                <a:cs typeface="Times New Roman" panose="02020603050405020304" pitchFamily="18" charset="0"/>
              </a:rPr>
              <a:t> GB or more. </a:t>
            </a:r>
          </a:p>
          <a:p>
            <a:pPr lvl="1">
              <a:lnSpc>
                <a:spcPct val="150000"/>
              </a:lnSpc>
            </a:pPr>
            <a:r>
              <a:rPr lang="en-GB" altLang="en-US" sz="2000" dirty="0">
                <a:latin typeface="Times New Roman" panose="02020603050405020304" pitchFamily="18" charset="0"/>
                <a:cs typeface="Times New Roman" panose="02020603050405020304" pitchFamily="18" charset="0"/>
              </a:rPr>
              <a:t>Operating System                                  : Windows 10, or Linux </a:t>
            </a:r>
            <a:endParaRPr lang="en-GB" alt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4547"/>
            <a:ext cx="10515600" cy="914400"/>
          </a:xfrm>
        </p:spPr>
        <p:txBody>
          <a:bodyPr/>
          <a:lstStyle/>
          <a:p>
            <a:r>
              <a:rPr lang="en-IN" dirty="0">
                <a:solidFill>
                  <a:srgbClr val="FF0000"/>
                </a:solidFill>
                <a:latin typeface="Times New Roman" panose="02020603050405020304" pitchFamily="18" charset="0"/>
                <a:cs typeface="Times New Roman" panose="02020603050405020304" pitchFamily="18" charset="0"/>
              </a:rPr>
              <a:t> </a:t>
            </a:r>
            <a:r>
              <a:rPr lang="en-IN" sz="2800" dirty="0">
                <a:solidFill>
                  <a:srgbClr val="FF0000"/>
                </a:solidFill>
                <a:latin typeface="Times New Roman" panose="02020603050405020304" pitchFamily="18" charset="0"/>
                <a:cs typeface="Times New Roman" panose="02020603050405020304" pitchFamily="18" charset="0"/>
              </a:rPr>
              <a:t>UML DIAGRAMS</a:t>
            </a:r>
            <a:endParaRPr lang="en-IN" sz="2800" dirty="0"/>
          </a:p>
        </p:txBody>
      </p:sp>
      <p:sp>
        <p:nvSpPr>
          <p:cNvPr id="3" name="Content Placeholder 2"/>
          <p:cNvSpPr>
            <a:spLocks noGrp="1"/>
          </p:cNvSpPr>
          <p:nvPr>
            <p:ph idx="1"/>
          </p:nvPr>
        </p:nvSpPr>
        <p:spPr>
          <a:xfrm>
            <a:off x="838200" y="978794"/>
            <a:ext cx="10515600" cy="5198169"/>
          </a:xfrm>
        </p:spPr>
        <p:txBody>
          <a:bodyPr/>
          <a:lstStyle/>
          <a:p>
            <a:r>
              <a:rPr lang="en-IN" u="sng" dirty="0">
                <a:solidFill>
                  <a:srgbClr val="FF0000"/>
                </a:solidFill>
              </a:rPr>
              <a:t>Use case diagram:</a:t>
            </a:r>
            <a:endParaRPr lang="en-GB" u="sng" dirty="0">
              <a:solidFill>
                <a:srgbClr val="FF0000"/>
              </a:solidFill>
            </a:endParaRPr>
          </a:p>
          <a:p>
            <a:pPr marL="0" indent="0">
              <a:buNone/>
            </a:pPr>
            <a:endParaRPr lang="en-IN" dirty="0"/>
          </a:p>
        </p:txBody>
      </p:sp>
      <p:pic>
        <p:nvPicPr>
          <p:cNvPr id="1027" name="Picture 3"/>
          <p:cNvPicPr>
            <a:picLocks noChangeAspect="1" noChangeArrowheads="1"/>
          </p:cNvPicPr>
          <p:nvPr/>
        </p:nvPicPr>
        <p:blipFill>
          <a:blip r:embed="rId2"/>
          <a:srcRect/>
          <a:stretch>
            <a:fillRect/>
          </a:stretch>
        </p:blipFill>
        <p:spPr bwMode="auto">
          <a:xfrm>
            <a:off x="1511167" y="1559293"/>
            <a:ext cx="7960092" cy="4697128"/>
          </a:xfrm>
          <a:prstGeom prst="rect">
            <a:avLst/>
          </a:prstGeom>
          <a:noFill/>
          <a:ln w="9525">
            <a:noFill/>
            <a:miter lim="800000"/>
            <a:headEnd/>
            <a:tailEnd/>
          </a:ln>
          <a:effectLst/>
        </p:spPr>
      </p:pic>
    </p:spTree>
    <p:extLst>
      <p:ext uri="{BB962C8B-B14F-4D97-AF65-F5344CB8AC3E}">
        <p14:creationId xmlns:p14="http://schemas.microsoft.com/office/powerpoint/2010/main" val="158181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0303"/>
            <a:ext cx="10515600" cy="875765"/>
          </a:xfrm>
        </p:spPr>
        <p:txBody>
          <a:bodyPr>
            <a:normAutofit/>
          </a:bodyPr>
          <a:lstStyle/>
          <a:p>
            <a:r>
              <a:rPr lang="en-IN" sz="2800" u="sng" dirty="0">
                <a:solidFill>
                  <a:srgbClr val="FF0000"/>
                </a:solidFill>
                <a:latin typeface="Times New Roman" panose="02020603050405020304" pitchFamily="18" charset="0"/>
                <a:cs typeface="Times New Roman" panose="02020603050405020304" pitchFamily="18" charset="0"/>
              </a:rPr>
              <a:t>Class diagram:</a:t>
            </a:r>
            <a:br>
              <a:rPr lang="en-GB" sz="2800" u="sng" dirty="0">
                <a:solidFill>
                  <a:srgbClr val="FF0000"/>
                </a:solidFill>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F07678B-EE89-BF54-E86C-CD11D6A32387}"/>
              </a:ext>
            </a:extLst>
          </p:cNvPr>
          <p:cNvPicPr>
            <a:picLocks noChangeAspect="1"/>
          </p:cNvPicPr>
          <p:nvPr/>
        </p:nvPicPr>
        <p:blipFill>
          <a:blip r:embed="rId2"/>
          <a:stretch>
            <a:fillRect/>
          </a:stretch>
        </p:blipFill>
        <p:spPr>
          <a:xfrm>
            <a:off x="1820809" y="737118"/>
            <a:ext cx="8965379" cy="5673014"/>
          </a:xfrm>
          <a:prstGeom prst="rect">
            <a:avLst/>
          </a:prstGeom>
        </p:spPr>
      </p:pic>
    </p:spTree>
    <p:extLst>
      <p:ext uri="{BB962C8B-B14F-4D97-AF65-F5344CB8AC3E}">
        <p14:creationId xmlns:p14="http://schemas.microsoft.com/office/powerpoint/2010/main" val="3948782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7"/>
            <a:ext cx="10515600" cy="991674"/>
          </a:xfrm>
        </p:spPr>
        <p:txBody>
          <a:bodyPr>
            <a:normAutofit/>
          </a:bodyPr>
          <a:lstStyle/>
          <a:p>
            <a:r>
              <a:rPr lang="en-IN" sz="2800" u="sng" dirty="0">
                <a:solidFill>
                  <a:srgbClr val="FF0000"/>
                </a:solidFill>
                <a:latin typeface="Times New Roman" panose="02020603050405020304" pitchFamily="18" charset="0"/>
                <a:cs typeface="Times New Roman" panose="02020603050405020304" pitchFamily="18" charset="0"/>
              </a:rPr>
              <a:t>Sequence diagram:</a:t>
            </a:r>
            <a:br>
              <a:rPr lang="en-GB" sz="2800" u="sng" dirty="0">
                <a:solidFill>
                  <a:srgbClr val="FF0000"/>
                </a:solidFill>
                <a:latin typeface="Times New Roman" panose="02020603050405020304" pitchFamily="18" charset="0"/>
                <a:cs typeface="Times New Roman" panose="02020603050405020304" pitchFamily="18" charset="0"/>
              </a:rPr>
            </a:br>
            <a:endParaRPr lang="en-IN" sz="2800" dirty="0"/>
          </a:p>
        </p:txBody>
      </p:sp>
      <p:pic>
        <p:nvPicPr>
          <p:cNvPr id="2050" name="Picture 2"/>
          <p:cNvPicPr>
            <a:picLocks noGrp="1" noChangeAspect="1" noChangeArrowheads="1"/>
          </p:cNvPicPr>
          <p:nvPr>
            <p:ph idx="1"/>
          </p:nvPr>
        </p:nvPicPr>
        <p:blipFill>
          <a:blip r:embed="rId2"/>
          <a:srcRect/>
          <a:stretch>
            <a:fillRect/>
          </a:stretch>
        </p:blipFill>
        <p:spPr bwMode="auto">
          <a:xfrm>
            <a:off x="1443790" y="972151"/>
            <a:ext cx="9548261" cy="5669280"/>
          </a:xfrm>
          <a:prstGeom prst="rect">
            <a:avLst/>
          </a:prstGeom>
          <a:noFill/>
          <a:ln w="9525">
            <a:noFill/>
            <a:miter lim="800000"/>
            <a:headEnd/>
            <a:tailEnd/>
          </a:ln>
          <a:effectLst/>
        </p:spPr>
      </p:pic>
    </p:spTree>
    <p:extLst>
      <p:ext uri="{BB962C8B-B14F-4D97-AF65-F5344CB8AC3E}">
        <p14:creationId xmlns:p14="http://schemas.microsoft.com/office/powerpoint/2010/main" val="1190650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9427"/>
          </a:xfrm>
        </p:spPr>
        <p:txBody>
          <a:bodyPr>
            <a:normAutofit fontScale="90000"/>
          </a:bodyPr>
          <a:lstStyle/>
          <a:p>
            <a:r>
              <a:rPr lang="en-IN" sz="2800" u="sng" dirty="0">
                <a:solidFill>
                  <a:srgbClr val="FF0000"/>
                </a:solidFill>
                <a:latin typeface="Times New Roman" panose="02020603050405020304" pitchFamily="18" charset="0"/>
                <a:cs typeface="Times New Roman" panose="02020603050405020304" pitchFamily="18" charset="0"/>
              </a:rPr>
              <a:t>Activity diagram:</a:t>
            </a:r>
            <a:br>
              <a:rPr lang="en-GB" sz="2800" u="sng" dirty="0">
                <a:solidFill>
                  <a:srgbClr val="FF0000"/>
                </a:solidFill>
                <a:latin typeface="Times New Roman" panose="02020603050405020304" pitchFamily="18" charset="0"/>
                <a:cs typeface="Times New Roman" panose="02020603050405020304" pitchFamily="18" charset="0"/>
              </a:rPr>
            </a:br>
            <a:endParaRPr lang="en-IN" sz="2800" dirty="0"/>
          </a:p>
        </p:txBody>
      </p:sp>
      <p:pic>
        <p:nvPicPr>
          <p:cNvPr id="3074" name="Picture 2"/>
          <p:cNvPicPr>
            <a:picLocks noGrp="1" noChangeAspect="1" noChangeArrowheads="1"/>
          </p:cNvPicPr>
          <p:nvPr>
            <p:ph idx="1"/>
          </p:nvPr>
        </p:nvPicPr>
        <p:blipFill>
          <a:blip r:embed="rId2"/>
          <a:srcRect/>
          <a:stretch>
            <a:fillRect/>
          </a:stretch>
        </p:blipFill>
        <p:spPr bwMode="auto">
          <a:xfrm>
            <a:off x="2377440" y="760396"/>
            <a:ext cx="6612556" cy="5842535"/>
          </a:xfrm>
          <a:prstGeom prst="rect">
            <a:avLst/>
          </a:prstGeom>
          <a:noFill/>
          <a:ln w="9525">
            <a:noFill/>
            <a:miter lim="800000"/>
            <a:headEnd/>
            <a:tailEnd/>
          </a:ln>
          <a:effectLst/>
        </p:spPr>
      </p:pic>
    </p:spTree>
    <p:extLst>
      <p:ext uri="{BB962C8B-B14F-4D97-AF65-F5344CB8AC3E}">
        <p14:creationId xmlns:p14="http://schemas.microsoft.com/office/powerpoint/2010/main" val="2461649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838200" y="365126"/>
            <a:ext cx="10515600" cy="905410"/>
          </a:xfrm>
          <a:prstGeom prst="rect">
            <a:avLst/>
          </a:prstGeom>
        </p:spPr>
        <p:txBody>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CA" sz="4400" b="0" i="0" u="none" strike="noStrike" kern="1200" cap="none" spc="0" normalizeH="0" baseline="0" noProof="0" dirty="0">
                <a:ln>
                  <a:noFill/>
                </a:ln>
                <a:solidFill>
                  <a:srgbClr val="FF0000"/>
                </a:solidFill>
                <a:effectLst/>
                <a:uLnTx/>
                <a:uFillTx/>
                <a:latin typeface="+mj-lt"/>
                <a:ea typeface="+mj-ea"/>
                <a:cs typeface="+mj-cs"/>
              </a:rPr>
              <a:t>Implementation:</a:t>
            </a:r>
            <a:endParaRPr kumimoji="0" lang="en-US" sz="4400" b="0" i="0" u="none" strike="noStrike" kern="1200" cap="none" spc="0" normalizeH="0" baseline="0" noProof="0" dirty="0">
              <a:ln>
                <a:noFill/>
              </a:ln>
              <a:solidFill>
                <a:srgbClr val="FF0000"/>
              </a:solidFill>
              <a:effectLst/>
              <a:uLnTx/>
              <a:uFillTx/>
              <a:latin typeface="+mj-lt"/>
              <a:ea typeface="+mj-ea"/>
              <a:cs typeface="+mj-cs"/>
            </a:endParaRPr>
          </a:p>
        </p:txBody>
      </p:sp>
      <p:sp>
        <p:nvSpPr>
          <p:cNvPr id="4" name="Rectangle 3"/>
          <p:cNvSpPr/>
          <p:nvPr/>
        </p:nvSpPr>
        <p:spPr>
          <a:xfrm>
            <a:off x="962527" y="1232032"/>
            <a:ext cx="10443410" cy="5262979"/>
          </a:xfrm>
          <a:prstGeom prst="rect">
            <a:avLst/>
          </a:prstGeom>
        </p:spPr>
        <p:txBody>
          <a:bodyPr wrap="square">
            <a:spAutoFit/>
          </a:bodyPr>
          <a:lstStyle/>
          <a:p>
            <a:r>
              <a:rPr lang="en-US" sz="1600" dirty="0">
                <a:latin typeface="Times New Roman" pitchFamily="18" charset="0"/>
                <a:cs typeface="Times New Roman" pitchFamily="18" charset="0"/>
              </a:rPr>
              <a:t>&lt;!DOCTYPE html&gt;</a:t>
            </a:r>
          </a:p>
          <a:p>
            <a:r>
              <a:rPr lang="en-US" sz="1600" dirty="0">
                <a:latin typeface="Times New Roman" pitchFamily="18" charset="0"/>
                <a:cs typeface="Times New Roman" pitchFamily="18" charset="0"/>
              </a:rPr>
              <a:t>&lt;html </a:t>
            </a:r>
            <a:r>
              <a:rPr lang="en-US" sz="1600" dirty="0" err="1">
                <a:latin typeface="Times New Roman" pitchFamily="18" charset="0"/>
                <a:cs typeface="Times New Roman" pitchFamily="18" charset="0"/>
              </a:rPr>
              <a:t>lang</a:t>
            </a:r>
            <a:r>
              <a:rPr lang="en-US" sz="1600" dirty="0">
                <a:latin typeface="Times New Roman" pitchFamily="18" charset="0"/>
                <a:cs typeface="Times New Roman" pitchFamily="18" charset="0"/>
              </a:rPr>
              <a:t>="en"&gt;</a:t>
            </a:r>
          </a:p>
          <a:p>
            <a:r>
              <a:rPr lang="en-US" sz="1600" dirty="0">
                <a:latin typeface="Times New Roman" pitchFamily="18" charset="0"/>
                <a:cs typeface="Times New Roman" pitchFamily="18" charset="0"/>
              </a:rPr>
              <a:t>&lt;head&gt;</a:t>
            </a:r>
          </a:p>
          <a:p>
            <a:r>
              <a:rPr lang="en-US" sz="1600" dirty="0">
                <a:latin typeface="Times New Roman" pitchFamily="18" charset="0"/>
                <a:cs typeface="Times New Roman" pitchFamily="18" charset="0"/>
              </a:rPr>
              <a:t>&lt;meta </a:t>
            </a:r>
            <a:r>
              <a:rPr lang="en-US" sz="1600" dirty="0" err="1">
                <a:latin typeface="Times New Roman" pitchFamily="18" charset="0"/>
                <a:cs typeface="Times New Roman" pitchFamily="18" charset="0"/>
              </a:rPr>
              <a:t>charset</a:t>
            </a:r>
            <a:r>
              <a:rPr lang="en-US" sz="1600" dirty="0">
                <a:latin typeface="Times New Roman" pitchFamily="18" charset="0"/>
                <a:cs typeface="Times New Roman" pitchFamily="18" charset="0"/>
              </a:rPr>
              <a:t>="UTF-8"&gt;</a:t>
            </a:r>
          </a:p>
          <a:p>
            <a:r>
              <a:rPr lang="en-US" sz="1600" dirty="0">
                <a:latin typeface="Times New Roman" pitchFamily="18" charset="0"/>
                <a:cs typeface="Times New Roman" pitchFamily="18" charset="0"/>
              </a:rPr>
              <a:t>&lt;meta name="viewport" content="width=device-width, initial-scale=1.0"&gt; </a:t>
            </a:r>
          </a:p>
          <a:p>
            <a:r>
              <a:rPr lang="en-US" sz="1600" dirty="0">
                <a:latin typeface="Times New Roman" pitchFamily="18" charset="0"/>
                <a:cs typeface="Times New Roman" pitchFamily="18" charset="0"/>
              </a:rPr>
              <a:t>&lt;title&gt;student election&lt;/title&gt;</a:t>
            </a:r>
          </a:p>
          <a:p>
            <a:r>
              <a:rPr lang="en-US" sz="1600" dirty="0">
                <a:latin typeface="Times New Roman" pitchFamily="18" charset="0"/>
                <a:cs typeface="Times New Roman" pitchFamily="18" charset="0"/>
              </a:rPr>
              <a:t>&lt;link </a:t>
            </a:r>
            <a:r>
              <a:rPr lang="en-US" sz="1600" dirty="0" err="1">
                <a:latin typeface="Times New Roman" pitchFamily="18" charset="0"/>
                <a:cs typeface="Times New Roman" pitchFamily="18" charset="0"/>
              </a:rPr>
              <a:t>rel</a:t>
            </a:r>
            <a:r>
              <a:rPr lang="en-US" sz="1600" dirty="0">
                <a:latin typeface="Times New Roman" pitchFamily="18" charset="0"/>
                <a:cs typeface="Times New Roman" pitchFamily="18" charset="0"/>
              </a:rPr>
              <a:t>="icon" type="image" </a:t>
            </a:r>
            <a:r>
              <a:rPr lang="en-US" sz="1600" dirty="0" err="1">
                <a:latin typeface="Times New Roman" pitchFamily="18" charset="0"/>
                <a:cs typeface="Times New Roman" pitchFamily="18" charset="0"/>
              </a:rPr>
              <a:t>href</a:t>
            </a:r>
            <a:r>
              <a:rPr lang="en-US" sz="1600" dirty="0">
                <a:latin typeface="Times New Roman" pitchFamily="18" charset="0"/>
                <a:cs typeface="Times New Roman" pitchFamily="18" charset="0"/>
              </a:rPr>
              <a:t>="logo.1.jpg"&gt; </a:t>
            </a:r>
          </a:p>
          <a:p>
            <a:r>
              <a:rPr lang="en-US" sz="1600" dirty="0">
                <a:latin typeface="Times New Roman" pitchFamily="18" charset="0"/>
                <a:cs typeface="Times New Roman" pitchFamily="18" charset="0"/>
              </a:rPr>
              <a:t>&lt;link </a:t>
            </a:r>
            <a:r>
              <a:rPr lang="en-US" sz="1600" dirty="0" err="1">
                <a:latin typeface="Times New Roman" pitchFamily="18" charset="0"/>
                <a:cs typeface="Times New Roman" pitchFamily="18" charset="0"/>
              </a:rPr>
              <a:t>rel</a:t>
            </a:r>
            <a:r>
              <a:rPr lang="en-US" sz="1600" dirty="0">
                <a:latin typeface="Times New Roman" pitchFamily="18" charset="0"/>
                <a:cs typeface="Times New Roman" pitchFamily="18" charset="0"/>
              </a:rPr>
              <a:t>="</a:t>
            </a:r>
            <a:r>
              <a:rPr lang="en-US" sz="1600" dirty="0" err="1">
                <a:latin typeface="Times New Roman" pitchFamily="18" charset="0"/>
                <a:cs typeface="Times New Roman" pitchFamily="18" charset="0"/>
              </a:rPr>
              <a:t>stylesheet</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href</a:t>
            </a:r>
            <a:r>
              <a:rPr lang="en-US" sz="1600" dirty="0">
                <a:latin typeface="Times New Roman" pitchFamily="18" charset="0"/>
                <a:cs typeface="Times New Roman" pitchFamily="18" charset="0"/>
              </a:rPr>
              <a:t>="style1.css"&gt;</a:t>
            </a:r>
          </a:p>
          <a:p>
            <a:r>
              <a:rPr lang="en-US" sz="1600" dirty="0">
                <a:latin typeface="Times New Roman" pitchFamily="18" charset="0"/>
                <a:cs typeface="Times New Roman" pitchFamily="18" charset="0"/>
              </a:rPr>
              <a:t>&lt;/head&gt;</a:t>
            </a:r>
          </a:p>
          <a:p>
            <a:r>
              <a:rPr lang="en-US" sz="1600" dirty="0">
                <a:latin typeface="Times New Roman" pitchFamily="18" charset="0"/>
                <a:cs typeface="Times New Roman" pitchFamily="18" charset="0"/>
              </a:rPr>
              <a:t>&lt;body&gt;</a:t>
            </a:r>
          </a:p>
          <a:p>
            <a:r>
              <a:rPr lang="en-US" sz="1600" dirty="0">
                <a:latin typeface="Times New Roman" pitchFamily="18" charset="0"/>
                <a:cs typeface="Times New Roman" pitchFamily="18" charset="0"/>
              </a:rPr>
              <a:t>&lt;section class="header"&gt;</a:t>
            </a:r>
          </a:p>
          <a:p>
            <a:r>
              <a:rPr lang="en-US" sz="1600" dirty="0">
                <a:latin typeface="Times New Roman" pitchFamily="18" charset="0"/>
                <a:cs typeface="Times New Roman" pitchFamily="18" charset="0"/>
              </a:rPr>
              <a:t>&lt;</a:t>
            </a:r>
            <a:r>
              <a:rPr lang="en-US" sz="1600" dirty="0" err="1">
                <a:latin typeface="Times New Roman" pitchFamily="18" charset="0"/>
                <a:cs typeface="Times New Roman" pitchFamily="18" charset="0"/>
              </a:rPr>
              <a:t>nav</a:t>
            </a:r>
            <a:r>
              <a:rPr lang="en-US" sz="1600" dirty="0">
                <a:latin typeface="Times New Roman" pitchFamily="18" charset="0"/>
                <a:cs typeface="Times New Roman" pitchFamily="18" charset="0"/>
              </a:rPr>
              <a:t>&gt;</a:t>
            </a:r>
          </a:p>
          <a:p>
            <a:r>
              <a:rPr lang="en-US" sz="1600" dirty="0">
                <a:latin typeface="Times New Roman" pitchFamily="18" charset="0"/>
                <a:cs typeface="Times New Roman" pitchFamily="18" charset="0"/>
              </a:rPr>
              <a:t>&lt;header class="election-header"&gt;</a:t>
            </a:r>
          </a:p>
          <a:p>
            <a:r>
              <a:rPr lang="en-US" sz="1600" dirty="0">
                <a:latin typeface="Times New Roman" pitchFamily="18" charset="0"/>
                <a:cs typeface="Times New Roman" pitchFamily="18" charset="0"/>
              </a:rPr>
              <a:t> &lt;h1&gt;Student Council Election Hub&lt;/h1&gt;  </a:t>
            </a:r>
          </a:p>
          <a:p>
            <a:r>
              <a:rPr lang="en-US" sz="1600" dirty="0">
                <a:latin typeface="Times New Roman" pitchFamily="18" charset="0"/>
                <a:cs typeface="Times New Roman" pitchFamily="18" charset="0"/>
              </a:rPr>
              <a:t> &lt;p class="tagline"&gt;Your Vote. Your Voice. Your Future.&lt;/p&gt;</a:t>
            </a:r>
          </a:p>
          <a:p>
            <a:r>
              <a:rPr lang="en-US" sz="1600" dirty="0">
                <a:latin typeface="Times New Roman" pitchFamily="18" charset="0"/>
                <a:cs typeface="Times New Roman" pitchFamily="18" charset="0"/>
              </a:rPr>
              <a:t> &lt;/header&gt; </a:t>
            </a:r>
          </a:p>
          <a:p>
            <a:r>
              <a:rPr lang="en-US" sz="1600" dirty="0">
                <a:latin typeface="Times New Roman" pitchFamily="18" charset="0"/>
                <a:cs typeface="Times New Roman" pitchFamily="18" charset="0"/>
              </a:rPr>
              <a:t> &lt;div class="</a:t>
            </a:r>
            <a:r>
              <a:rPr lang="en-US" sz="1600" dirty="0" err="1">
                <a:latin typeface="Times New Roman" pitchFamily="18" charset="0"/>
                <a:cs typeface="Times New Roman" pitchFamily="18" charset="0"/>
              </a:rPr>
              <a:t>nav</a:t>
            </a:r>
            <a:r>
              <a:rPr lang="en-US" sz="1600" dirty="0">
                <a:latin typeface="Times New Roman" pitchFamily="18" charset="0"/>
                <a:cs typeface="Times New Roman" pitchFamily="18" charset="0"/>
              </a:rPr>
              <a:t>-links"&gt;</a:t>
            </a:r>
          </a:p>
          <a:p>
            <a:r>
              <a:rPr lang="en-US" sz="1600" dirty="0">
                <a:latin typeface="Times New Roman" pitchFamily="18" charset="0"/>
                <a:cs typeface="Times New Roman" pitchFamily="18" charset="0"/>
              </a:rPr>
              <a:t> &lt;</a:t>
            </a:r>
            <a:r>
              <a:rPr lang="en-US" sz="1600" dirty="0" err="1">
                <a:latin typeface="Times New Roman" pitchFamily="18" charset="0"/>
                <a:cs typeface="Times New Roman" pitchFamily="18" charset="0"/>
              </a:rPr>
              <a:t>ul</a:t>
            </a:r>
            <a:r>
              <a:rPr lang="en-US" sz="1600" dirty="0">
                <a:latin typeface="Times New Roman" pitchFamily="18" charset="0"/>
                <a:cs typeface="Times New Roman" pitchFamily="18" charset="0"/>
              </a:rPr>
              <a:t>&gt;</a:t>
            </a:r>
          </a:p>
          <a:p>
            <a:r>
              <a:rPr lang="it-IT" sz="1600" dirty="0">
                <a:latin typeface="Times New Roman" pitchFamily="18" charset="0"/>
                <a:cs typeface="Times New Roman" pitchFamily="18" charset="0"/>
              </a:rPr>
              <a:t> &lt;li&gt;&lt;a href="main.html"&gt;Home&lt;/a&gt;&lt;/li&gt;</a:t>
            </a:r>
            <a:endParaRPr lang="en-CA" sz="1600" dirty="0">
              <a:latin typeface="Times New Roman" pitchFamily="18" charset="0"/>
              <a:cs typeface="Times New Roman" pitchFamily="18" charset="0"/>
            </a:endParaRPr>
          </a:p>
          <a:p>
            <a:endParaRPr lang="en-CA" sz="1600" dirty="0">
              <a:latin typeface="Times New Roman" pitchFamily="18" charset="0"/>
              <a:cs typeface="Times New Roman" pitchFamily="18" charset="0"/>
            </a:endParaRPr>
          </a:p>
          <a:p>
            <a:endParaRPr lang="en-US" sz="1600"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39" y="604547"/>
            <a:ext cx="11117179" cy="6494085"/>
          </a:xfrm>
          <a:prstGeom prst="rect">
            <a:avLst/>
          </a:prstGeom>
        </p:spPr>
        <p:txBody>
          <a:bodyPr wrap="square">
            <a:spAutoFit/>
          </a:bodyPr>
          <a:lstStyle/>
          <a:p>
            <a:r>
              <a:rPr lang="en-US" sz="1600" dirty="0">
                <a:latin typeface="Times New Roman" pitchFamily="18" charset="0"/>
                <a:cs typeface="Times New Roman" pitchFamily="18" charset="0"/>
              </a:rPr>
              <a:t>&lt;</a:t>
            </a:r>
            <a:r>
              <a:rPr lang="en-US" sz="1600" dirty="0" err="1">
                <a:latin typeface="Times New Roman" pitchFamily="18" charset="0"/>
                <a:cs typeface="Times New Roman" pitchFamily="18" charset="0"/>
              </a:rPr>
              <a:t>li</a:t>
            </a:r>
            <a:r>
              <a:rPr lang="en-US" sz="1600" dirty="0">
                <a:latin typeface="Times New Roman" pitchFamily="18" charset="0"/>
                <a:cs typeface="Times New Roman" pitchFamily="18" charset="0"/>
              </a:rPr>
              <a:t>&gt;&lt;a </a:t>
            </a:r>
            <a:r>
              <a:rPr lang="en-US" sz="1600" dirty="0" err="1">
                <a:latin typeface="Times New Roman" pitchFamily="18" charset="0"/>
                <a:cs typeface="Times New Roman" pitchFamily="18" charset="0"/>
              </a:rPr>
              <a:t>href</a:t>
            </a:r>
            <a:r>
              <a:rPr lang="en-US" sz="1600" dirty="0">
                <a:latin typeface="Times New Roman" pitchFamily="18" charset="0"/>
                <a:cs typeface="Times New Roman" pitchFamily="18" charset="0"/>
              </a:rPr>
              <a:t>="About.html"&gt;About&lt;/a&gt;&lt;/</a:t>
            </a:r>
            <a:r>
              <a:rPr lang="en-US" sz="1600" dirty="0" err="1">
                <a:latin typeface="Times New Roman" pitchFamily="18" charset="0"/>
                <a:cs typeface="Times New Roman" pitchFamily="18" charset="0"/>
              </a:rPr>
              <a:t>li</a:t>
            </a:r>
            <a:r>
              <a:rPr lang="en-US" sz="1600" dirty="0">
                <a:latin typeface="Times New Roman" pitchFamily="18" charset="0"/>
                <a:cs typeface="Times New Roman" pitchFamily="18" charset="0"/>
              </a:rPr>
              <a:t>&gt;</a:t>
            </a:r>
          </a:p>
          <a:p>
            <a:r>
              <a:rPr lang="en-US" sz="1600" dirty="0">
                <a:latin typeface="Times New Roman" pitchFamily="18" charset="0"/>
                <a:cs typeface="Times New Roman" pitchFamily="18" charset="0"/>
              </a:rPr>
              <a:t>&lt;</a:t>
            </a:r>
            <a:r>
              <a:rPr lang="en-US" sz="1600" dirty="0" err="1">
                <a:latin typeface="Times New Roman" pitchFamily="18" charset="0"/>
                <a:cs typeface="Times New Roman" pitchFamily="18" charset="0"/>
              </a:rPr>
              <a:t>li</a:t>
            </a:r>
            <a:r>
              <a:rPr lang="en-US" sz="1600" dirty="0">
                <a:latin typeface="Times New Roman" pitchFamily="18" charset="0"/>
                <a:cs typeface="Times New Roman" pitchFamily="18" charset="0"/>
              </a:rPr>
              <a:t>&gt;&lt;a </a:t>
            </a:r>
            <a:r>
              <a:rPr lang="en-US" sz="1600" dirty="0" err="1">
                <a:latin typeface="Times New Roman" pitchFamily="18" charset="0"/>
                <a:cs typeface="Times New Roman" pitchFamily="18" charset="0"/>
              </a:rPr>
              <a:t>href</a:t>
            </a:r>
            <a:r>
              <a:rPr lang="en-US" sz="1600" dirty="0">
                <a:latin typeface="Times New Roman" pitchFamily="18" charset="0"/>
                <a:cs typeface="Times New Roman" pitchFamily="18" charset="0"/>
              </a:rPr>
              <a:t>="register.html"&gt;Register&lt;/a&gt;&lt;/</a:t>
            </a:r>
            <a:r>
              <a:rPr lang="en-US" sz="1600" dirty="0" err="1">
                <a:latin typeface="Times New Roman" pitchFamily="18" charset="0"/>
                <a:cs typeface="Times New Roman" pitchFamily="18" charset="0"/>
              </a:rPr>
              <a:t>li</a:t>
            </a:r>
            <a:r>
              <a:rPr lang="en-US" sz="1600" dirty="0">
                <a:latin typeface="Times New Roman" pitchFamily="18" charset="0"/>
                <a:cs typeface="Times New Roman" pitchFamily="18" charset="0"/>
              </a:rPr>
              <a:t>&gt;</a:t>
            </a:r>
          </a:p>
          <a:p>
            <a:r>
              <a:rPr lang="en-US" sz="1600" dirty="0">
                <a:latin typeface="Times New Roman" pitchFamily="18" charset="0"/>
                <a:cs typeface="Times New Roman" pitchFamily="18" charset="0"/>
              </a:rPr>
              <a:t>&lt;</a:t>
            </a:r>
            <a:r>
              <a:rPr lang="en-US" sz="1600" dirty="0" err="1">
                <a:latin typeface="Times New Roman" pitchFamily="18" charset="0"/>
                <a:cs typeface="Times New Roman" pitchFamily="18" charset="0"/>
              </a:rPr>
              <a:t>li</a:t>
            </a:r>
            <a:r>
              <a:rPr lang="en-US" sz="1600" dirty="0">
                <a:latin typeface="Times New Roman" pitchFamily="18" charset="0"/>
                <a:cs typeface="Times New Roman" pitchFamily="18" charset="0"/>
              </a:rPr>
              <a:t>&gt;&lt;a </a:t>
            </a:r>
            <a:r>
              <a:rPr lang="en-US" sz="1600" dirty="0" err="1">
                <a:latin typeface="Times New Roman" pitchFamily="18" charset="0"/>
                <a:cs typeface="Times New Roman" pitchFamily="18" charset="0"/>
              </a:rPr>
              <a:t>href</a:t>
            </a:r>
            <a:r>
              <a:rPr lang="en-US" sz="1600" dirty="0">
                <a:latin typeface="Times New Roman" pitchFamily="18" charset="0"/>
                <a:cs typeface="Times New Roman" pitchFamily="18" charset="0"/>
              </a:rPr>
              <a:t>="login.html"&gt;Login&lt;/a&gt;&lt;/</a:t>
            </a:r>
            <a:r>
              <a:rPr lang="en-US" sz="1600" dirty="0" err="1">
                <a:latin typeface="Times New Roman" pitchFamily="18" charset="0"/>
                <a:cs typeface="Times New Roman" pitchFamily="18" charset="0"/>
              </a:rPr>
              <a:t>li</a:t>
            </a:r>
            <a:r>
              <a:rPr lang="en-US" sz="1600" dirty="0">
                <a:latin typeface="Times New Roman" pitchFamily="18" charset="0"/>
                <a:cs typeface="Times New Roman" pitchFamily="18" charset="0"/>
              </a:rPr>
              <a:t>&gt;</a:t>
            </a:r>
          </a:p>
          <a:p>
            <a:r>
              <a:rPr lang="en-US" sz="1600" dirty="0">
                <a:latin typeface="Times New Roman" pitchFamily="18" charset="0"/>
                <a:cs typeface="Times New Roman" pitchFamily="18" charset="0"/>
              </a:rPr>
              <a:t>&lt;</a:t>
            </a:r>
            <a:r>
              <a:rPr lang="en-US" sz="1600" dirty="0" err="1">
                <a:latin typeface="Times New Roman" pitchFamily="18" charset="0"/>
                <a:cs typeface="Times New Roman" pitchFamily="18" charset="0"/>
              </a:rPr>
              <a:t>li</a:t>
            </a:r>
            <a:r>
              <a:rPr lang="en-US" sz="1600" dirty="0">
                <a:latin typeface="Times New Roman" pitchFamily="18" charset="0"/>
                <a:cs typeface="Times New Roman" pitchFamily="18" charset="0"/>
              </a:rPr>
              <a:t>&gt;&lt;a </a:t>
            </a:r>
            <a:r>
              <a:rPr lang="en-US" sz="1600" dirty="0" err="1">
                <a:latin typeface="Times New Roman" pitchFamily="18" charset="0"/>
                <a:cs typeface="Times New Roman" pitchFamily="18" charset="0"/>
              </a:rPr>
              <a:t>href</a:t>
            </a:r>
            <a:r>
              <a:rPr lang="en-US" sz="1600" dirty="0">
                <a:latin typeface="Times New Roman" pitchFamily="18" charset="0"/>
                <a:cs typeface="Times New Roman" pitchFamily="18" charset="0"/>
              </a:rPr>
              <a:t>="add_candidate.jsp"&gt;candidate&lt;/a&gt;&lt;/</a:t>
            </a:r>
            <a:r>
              <a:rPr lang="en-US" sz="1600" dirty="0" err="1">
                <a:latin typeface="Times New Roman" pitchFamily="18" charset="0"/>
                <a:cs typeface="Times New Roman" pitchFamily="18" charset="0"/>
              </a:rPr>
              <a:t>li</a:t>
            </a:r>
            <a:r>
              <a:rPr lang="en-US" sz="1600" dirty="0">
                <a:latin typeface="Times New Roman" pitchFamily="18" charset="0"/>
                <a:cs typeface="Times New Roman" pitchFamily="18" charset="0"/>
              </a:rPr>
              <a:t>&gt; </a:t>
            </a:r>
          </a:p>
          <a:p>
            <a:r>
              <a:rPr lang="en-US" sz="1600" dirty="0">
                <a:latin typeface="Times New Roman" pitchFamily="18" charset="0"/>
                <a:cs typeface="Times New Roman" pitchFamily="18" charset="0"/>
              </a:rPr>
              <a:t>&lt;</a:t>
            </a:r>
            <a:r>
              <a:rPr lang="en-US" sz="1600" dirty="0" err="1">
                <a:latin typeface="Times New Roman" pitchFamily="18" charset="0"/>
                <a:cs typeface="Times New Roman" pitchFamily="18" charset="0"/>
              </a:rPr>
              <a:t>li</a:t>
            </a:r>
            <a:r>
              <a:rPr lang="en-US" sz="1600" dirty="0">
                <a:latin typeface="Times New Roman" pitchFamily="18" charset="0"/>
                <a:cs typeface="Times New Roman" pitchFamily="18" charset="0"/>
              </a:rPr>
              <a:t>&gt;&lt;a </a:t>
            </a:r>
            <a:r>
              <a:rPr lang="en-US" sz="1600" dirty="0" err="1">
                <a:latin typeface="Times New Roman" pitchFamily="18" charset="0"/>
                <a:cs typeface="Times New Roman" pitchFamily="18" charset="0"/>
              </a:rPr>
              <a:t>href</a:t>
            </a:r>
            <a:r>
              <a:rPr lang="en-US" sz="1600" dirty="0">
                <a:latin typeface="Times New Roman" pitchFamily="18" charset="0"/>
                <a:cs typeface="Times New Roman" pitchFamily="18" charset="0"/>
              </a:rPr>
              <a:t>="vote.jsp"&gt;vote&lt;/a&gt;&lt;/</a:t>
            </a:r>
            <a:r>
              <a:rPr lang="en-US" sz="1600" dirty="0" err="1">
                <a:latin typeface="Times New Roman" pitchFamily="18" charset="0"/>
                <a:cs typeface="Times New Roman" pitchFamily="18" charset="0"/>
              </a:rPr>
              <a:t>li</a:t>
            </a:r>
            <a:r>
              <a:rPr lang="en-US" sz="1600" dirty="0">
                <a:latin typeface="Times New Roman" pitchFamily="18" charset="0"/>
                <a:cs typeface="Times New Roman" pitchFamily="18" charset="0"/>
              </a:rPr>
              <a:t>&gt;</a:t>
            </a:r>
          </a:p>
          <a:p>
            <a:r>
              <a:rPr lang="en-US" sz="1600" dirty="0">
                <a:latin typeface="Times New Roman" pitchFamily="18" charset="0"/>
                <a:cs typeface="Times New Roman" pitchFamily="18" charset="0"/>
              </a:rPr>
              <a:t>&lt;/</a:t>
            </a:r>
            <a:r>
              <a:rPr lang="en-US" sz="1600" dirty="0" err="1">
                <a:latin typeface="Times New Roman" pitchFamily="18" charset="0"/>
                <a:cs typeface="Times New Roman" pitchFamily="18" charset="0"/>
              </a:rPr>
              <a:t>ul</a:t>
            </a:r>
            <a:r>
              <a:rPr lang="en-US" sz="1600" dirty="0">
                <a:latin typeface="Times New Roman" pitchFamily="18" charset="0"/>
                <a:cs typeface="Times New Roman" pitchFamily="18" charset="0"/>
              </a:rPr>
              <a:t>&gt;</a:t>
            </a:r>
          </a:p>
          <a:p>
            <a:r>
              <a:rPr lang="en-US" sz="1600" dirty="0">
                <a:latin typeface="Times New Roman" pitchFamily="18" charset="0"/>
                <a:cs typeface="Times New Roman" pitchFamily="18" charset="0"/>
              </a:rPr>
              <a:t>&lt;/div&gt;</a:t>
            </a:r>
          </a:p>
          <a:p>
            <a:r>
              <a:rPr lang="en-US" sz="1600" dirty="0">
                <a:latin typeface="Times New Roman" pitchFamily="18" charset="0"/>
                <a:cs typeface="Times New Roman" pitchFamily="18" charset="0"/>
              </a:rPr>
              <a:t>&lt;/</a:t>
            </a:r>
            <a:r>
              <a:rPr lang="en-US" sz="1600" dirty="0" err="1">
                <a:latin typeface="Times New Roman" pitchFamily="18" charset="0"/>
                <a:cs typeface="Times New Roman" pitchFamily="18" charset="0"/>
              </a:rPr>
              <a:t>nav</a:t>
            </a:r>
            <a:r>
              <a:rPr lang="en-US" sz="1600" dirty="0">
                <a:latin typeface="Times New Roman" pitchFamily="18" charset="0"/>
                <a:cs typeface="Times New Roman" pitchFamily="18" charset="0"/>
              </a:rPr>
              <a:t>&gt;</a:t>
            </a:r>
          </a:p>
          <a:p>
            <a:r>
              <a:rPr lang="en-US" sz="1600" dirty="0">
                <a:latin typeface="Times New Roman" pitchFamily="18" charset="0"/>
                <a:cs typeface="Times New Roman" pitchFamily="18" charset="0"/>
              </a:rPr>
              <a:t>&lt;/section&gt; </a:t>
            </a:r>
          </a:p>
          <a:p>
            <a:r>
              <a:rPr lang="en-US" sz="1600" dirty="0">
                <a:latin typeface="Times New Roman" pitchFamily="18" charset="0"/>
                <a:cs typeface="Times New Roman" pitchFamily="18" charset="0"/>
              </a:rPr>
              <a:t>&lt;div class="f1"&gt;</a:t>
            </a:r>
          </a:p>
          <a:p>
            <a:r>
              <a:rPr lang="en-US" sz="1600" dirty="0">
                <a:latin typeface="Times New Roman" pitchFamily="18" charset="0"/>
                <a:cs typeface="Times New Roman" pitchFamily="18" charset="0"/>
              </a:rPr>
              <a:t>&lt;h1 style="text-</a:t>
            </a:r>
            <a:r>
              <a:rPr lang="en-US" sz="1600" dirty="0" err="1">
                <a:latin typeface="Times New Roman" pitchFamily="18" charset="0"/>
                <a:cs typeface="Times New Roman" pitchFamily="18" charset="0"/>
              </a:rPr>
              <a:t>align:center</a:t>
            </a:r>
            <a:r>
              <a:rPr lang="en-US" sz="1600" dirty="0">
                <a:latin typeface="Times New Roman" pitchFamily="18" charset="0"/>
                <a:cs typeface="Times New Roman" pitchFamily="18" charset="0"/>
              </a:rPr>
              <a:t>"&gt;ONLINE VOTING SYSTEM&lt;/h1&gt;&lt;</a:t>
            </a:r>
            <a:r>
              <a:rPr lang="en-US" sz="1600" dirty="0" err="1">
                <a:latin typeface="Times New Roman" pitchFamily="18" charset="0"/>
                <a:cs typeface="Times New Roman" pitchFamily="18" charset="0"/>
              </a:rPr>
              <a:t>br</a:t>
            </a:r>
            <a:r>
              <a:rPr lang="en-US" sz="1600" dirty="0">
                <a:latin typeface="Times New Roman" pitchFamily="18" charset="0"/>
                <a:cs typeface="Times New Roman" pitchFamily="18" charset="0"/>
              </a:rPr>
              <a:t>&gt;</a:t>
            </a:r>
          </a:p>
          <a:p>
            <a:r>
              <a:rPr lang="en-US" sz="1600" dirty="0">
                <a:latin typeface="Times New Roman" pitchFamily="18" charset="0"/>
                <a:cs typeface="Times New Roman" pitchFamily="18" charset="0"/>
              </a:rPr>
              <a:t>&lt;</a:t>
            </a:r>
            <a:r>
              <a:rPr lang="en-US" sz="1600" dirty="0" err="1">
                <a:latin typeface="Times New Roman" pitchFamily="18" charset="0"/>
                <a:cs typeface="Times New Roman" pitchFamily="18" charset="0"/>
              </a:rPr>
              <a:t>br</a:t>
            </a:r>
            <a:r>
              <a:rPr lang="en-US" sz="1600" dirty="0">
                <a:latin typeface="Times New Roman" pitchFamily="18" charset="0"/>
                <a:cs typeface="Times New Roman" pitchFamily="18" charset="0"/>
              </a:rPr>
              <a:t>&gt;</a:t>
            </a:r>
          </a:p>
          <a:p>
            <a:r>
              <a:rPr lang="en-US" sz="1600" dirty="0">
                <a:latin typeface="Times New Roman" pitchFamily="18" charset="0"/>
                <a:cs typeface="Times New Roman" pitchFamily="18" charset="0"/>
              </a:rPr>
              <a:t>&lt;p align="center" &gt;An online voting system is a software platform that allows groups to securely conduct votes and elections. High-quality online voting systems balance ballot security, accessibility, and the overall requirements of an organization's voting event. This system typically aims to modernize the way student government elections, club votes, or any other campus-related decisions are made&lt;/p&gt;</a:t>
            </a:r>
          </a:p>
          <a:p>
            <a:r>
              <a:rPr lang="en-US" sz="1600" dirty="0">
                <a:latin typeface="Times New Roman" pitchFamily="18" charset="0"/>
                <a:cs typeface="Times New Roman" pitchFamily="18" charset="0"/>
              </a:rPr>
              <a:t>&lt;/div&gt; </a:t>
            </a:r>
          </a:p>
          <a:p>
            <a:r>
              <a:rPr lang="en-US" sz="1600" dirty="0">
                <a:latin typeface="Times New Roman" pitchFamily="18" charset="0"/>
                <a:cs typeface="Times New Roman" pitchFamily="18" charset="0"/>
              </a:rPr>
              <a:t>&lt;section class="Key Features"&gt;</a:t>
            </a:r>
          </a:p>
          <a:p>
            <a:r>
              <a:rPr lang="en-US" sz="1600" dirty="0">
                <a:latin typeface="Times New Roman" pitchFamily="18" charset="0"/>
                <a:cs typeface="Times New Roman" pitchFamily="18" charset="0"/>
              </a:rPr>
              <a:t>&lt;h1 align="center"&gt;Key Features of a Student Online Voting System:&lt;/h1&gt; </a:t>
            </a:r>
          </a:p>
          <a:p>
            <a:r>
              <a:rPr lang="en-US" sz="1600" dirty="0">
                <a:latin typeface="Times New Roman" pitchFamily="18" charset="0"/>
                <a:cs typeface="Times New Roman" pitchFamily="18" charset="0"/>
              </a:rPr>
              <a:t>&lt;div class="row"&gt;</a:t>
            </a:r>
          </a:p>
          <a:p>
            <a:r>
              <a:rPr lang="en-US" sz="1600" dirty="0">
                <a:latin typeface="Times New Roman" pitchFamily="18" charset="0"/>
                <a:cs typeface="Times New Roman" pitchFamily="18" charset="0"/>
              </a:rPr>
              <a:t>&lt;div class="user"&gt;</a:t>
            </a:r>
          </a:p>
          <a:p>
            <a:endParaRPr lang="en-CA" sz="1600" dirty="0">
              <a:latin typeface="Times New Roman" pitchFamily="18" charset="0"/>
              <a:cs typeface="Times New Roman" pitchFamily="18" charset="0"/>
            </a:endParaRPr>
          </a:p>
          <a:p>
            <a:endParaRPr lang="en-CA" sz="1600" dirty="0">
              <a:latin typeface="Times New Roman" pitchFamily="18" charset="0"/>
              <a:cs typeface="Times New Roman" pitchFamily="18" charset="0"/>
            </a:endParaRPr>
          </a:p>
          <a:p>
            <a:endParaRPr lang="en-US" sz="1600" dirty="0">
              <a:latin typeface="Times New Roman" pitchFamily="18" charset="0"/>
              <a:cs typeface="Times New Roman" pitchFamily="18" charset="0"/>
            </a:endParaRPr>
          </a:p>
          <a:p>
            <a:r>
              <a:rPr lang="en-CA" sz="1600" dirty="0">
                <a:latin typeface="Times New Roman" pitchFamily="18" charset="0"/>
                <a:cs typeface="Times New Roman" pitchFamily="18" charset="0"/>
              </a:rPr>
              <a:t> </a:t>
            </a:r>
            <a:endParaRPr lang="en-US" sz="16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8521" y="375387"/>
            <a:ext cx="10809171" cy="6063198"/>
          </a:xfrm>
          <a:prstGeom prst="rect">
            <a:avLst/>
          </a:prstGeom>
        </p:spPr>
        <p:txBody>
          <a:bodyPr wrap="square">
            <a:spAutoFit/>
          </a:bodyPr>
          <a:lstStyle/>
          <a:p>
            <a:r>
              <a:rPr lang="en-US" sz="1600" dirty="0">
                <a:latin typeface="Times New Roman" pitchFamily="18" charset="0"/>
                <a:cs typeface="Times New Roman" pitchFamily="18" charset="0"/>
              </a:rPr>
              <a:t>&lt;h2&gt;User Authentication&lt;/h2&gt; </a:t>
            </a:r>
          </a:p>
          <a:p>
            <a:r>
              <a:rPr lang="en-US" sz="1600" dirty="0">
                <a:latin typeface="Times New Roman" pitchFamily="18" charset="0"/>
                <a:cs typeface="Times New Roman" pitchFamily="18" charset="0"/>
              </a:rPr>
              <a:t>&lt;p&gt;Students can log in to the system using their university credentials (like student IDs and passwords). Authentication ensures that only eligible students can vote.&lt;/p&gt;</a:t>
            </a:r>
          </a:p>
          <a:p>
            <a:r>
              <a:rPr lang="en-US" sz="1600" dirty="0">
                <a:latin typeface="Times New Roman" pitchFamily="18" charset="0"/>
                <a:cs typeface="Times New Roman" pitchFamily="18" charset="0"/>
              </a:rPr>
              <a:t>&lt;/div&gt; </a:t>
            </a:r>
          </a:p>
          <a:p>
            <a:r>
              <a:rPr lang="en-US" sz="1600" dirty="0">
                <a:latin typeface="Times New Roman" pitchFamily="18" charset="0"/>
                <a:cs typeface="Times New Roman" pitchFamily="18" charset="0"/>
              </a:rPr>
              <a:t>&lt;div class="user"&gt;</a:t>
            </a:r>
          </a:p>
          <a:p>
            <a:r>
              <a:rPr lang="en-US" sz="1600" dirty="0">
                <a:latin typeface="Times New Roman" pitchFamily="18" charset="0"/>
                <a:cs typeface="Times New Roman" pitchFamily="18" charset="0"/>
              </a:rPr>
              <a:t>&lt;h2&gt;Election Creation&lt;/h2&gt; </a:t>
            </a:r>
          </a:p>
          <a:p>
            <a:r>
              <a:rPr lang="en-US" sz="1600" dirty="0">
                <a:latin typeface="Times New Roman" pitchFamily="18" charset="0"/>
                <a:cs typeface="Times New Roman" pitchFamily="18" charset="0"/>
              </a:rPr>
              <a:t>&lt;p&gt;Administrators (like the student council or election organizers) can create and manage elections, including defining the candidates, voting options, and election period.&lt;/p&gt;</a:t>
            </a:r>
          </a:p>
          <a:p>
            <a:r>
              <a:rPr lang="en-US" sz="1600" dirty="0">
                <a:latin typeface="Times New Roman" pitchFamily="18" charset="0"/>
                <a:cs typeface="Times New Roman" pitchFamily="18" charset="0"/>
              </a:rPr>
              <a:t> &lt;/div&gt;</a:t>
            </a:r>
          </a:p>
          <a:p>
            <a:r>
              <a:rPr lang="en-US" sz="1600" dirty="0">
                <a:latin typeface="Times New Roman" pitchFamily="18" charset="0"/>
                <a:cs typeface="Times New Roman" pitchFamily="18" charset="0"/>
              </a:rPr>
              <a:t>&lt;div class="user"&gt; </a:t>
            </a:r>
          </a:p>
          <a:p>
            <a:r>
              <a:rPr lang="en-US" sz="1600" dirty="0">
                <a:latin typeface="Times New Roman" pitchFamily="18" charset="0"/>
                <a:cs typeface="Times New Roman" pitchFamily="18" charset="0"/>
              </a:rPr>
              <a:t>&lt;h2&gt;Voting Process&lt;/h2&gt; </a:t>
            </a:r>
          </a:p>
          <a:p>
            <a:r>
              <a:rPr lang="en-US" sz="1600" dirty="0">
                <a:latin typeface="Times New Roman" pitchFamily="18" charset="0"/>
                <a:cs typeface="Times New Roman" pitchFamily="18" charset="0"/>
              </a:rPr>
              <a:t>&lt;p&gt;Once the election starts, students can view the list of candidates and their respective platforms, or vote on specific issues (e.g., for student body president, class representatives, etc.).</a:t>
            </a:r>
          </a:p>
          <a:p>
            <a:r>
              <a:rPr lang="en-US" sz="1600" dirty="0">
                <a:latin typeface="Times New Roman" pitchFamily="18" charset="0"/>
                <a:cs typeface="Times New Roman" pitchFamily="18" charset="0"/>
              </a:rPr>
              <a:t>Voting can be done through a simple interface with radio buttons, checkboxes, or dropdown menus.&lt;/p&gt; </a:t>
            </a:r>
          </a:p>
          <a:p>
            <a:r>
              <a:rPr lang="en-US" sz="1600" dirty="0">
                <a:latin typeface="Times New Roman" pitchFamily="18" charset="0"/>
                <a:cs typeface="Times New Roman" pitchFamily="18" charset="0"/>
              </a:rPr>
              <a:t>&lt;/div&gt; </a:t>
            </a:r>
          </a:p>
          <a:p>
            <a:r>
              <a:rPr lang="en-US" sz="1600" dirty="0">
                <a:latin typeface="Times New Roman" pitchFamily="18" charset="0"/>
                <a:cs typeface="Times New Roman" pitchFamily="18" charset="0"/>
              </a:rPr>
              <a:t>&lt;/div&gt;</a:t>
            </a:r>
          </a:p>
          <a:p>
            <a:r>
              <a:rPr lang="en-US" sz="1600" dirty="0">
                <a:latin typeface="Times New Roman" pitchFamily="18" charset="0"/>
                <a:cs typeface="Times New Roman" pitchFamily="18" charset="0"/>
              </a:rPr>
              <a:t>&lt;/section&gt;</a:t>
            </a:r>
          </a:p>
          <a:p>
            <a:r>
              <a:rPr lang="en-US" sz="1600" dirty="0">
                <a:latin typeface="Times New Roman" pitchFamily="18" charset="0"/>
                <a:cs typeface="Times New Roman" pitchFamily="18" charset="0"/>
              </a:rPr>
              <a:t>&lt;section class="key f1"&gt;</a:t>
            </a:r>
          </a:p>
          <a:p>
            <a:r>
              <a:rPr lang="en-US" sz="1600" dirty="0">
                <a:latin typeface="Times New Roman" pitchFamily="18" charset="0"/>
                <a:cs typeface="Times New Roman" pitchFamily="18" charset="0"/>
              </a:rPr>
              <a:t>&lt;div class="</a:t>
            </a:r>
            <a:r>
              <a:rPr lang="en-US" sz="1600" dirty="0" err="1">
                <a:latin typeface="Times New Roman" pitchFamily="18" charset="0"/>
                <a:cs typeface="Times New Roman" pitchFamily="18" charset="0"/>
              </a:rPr>
              <a:t>col</a:t>
            </a:r>
            <a:r>
              <a:rPr lang="en-US" sz="1600" dirty="0">
                <a:latin typeface="Times New Roman" pitchFamily="18" charset="0"/>
                <a:cs typeface="Times New Roman" pitchFamily="18" charset="0"/>
              </a:rPr>
              <a:t>"&gt;</a:t>
            </a:r>
          </a:p>
          <a:p>
            <a:r>
              <a:rPr lang="en-US" sz="1600" dirty="0">
                <a:latin typeface="Times New Roman" pitchFamily="18" charset="0"/>
                <a:cs typeface="Times New Roman" pitchFamily="18" charset="0"/>
              </a:rPr>
              <a:t>&lt;div class="user1"&gt; </a:t>
            </a:r>
          </a:p>
          <a:p>
            <a:r>
              <a:rPr lang="en-US" sz="1600" dirty="0">
                <a:latin typeface="Times New Roman" pitchFamily="18" charset="0"/>
                <a:cs typeface="Times New Roman" pitchFamily="18" charset="0"/>
              </a:rPr>
              <a:t>&lt;h2&gt;Security and Integrity&lt;/h2&gt; </a:t>
            </a:r>
          </a:p>
          <a:p>
            <a:r>
              <a:rPr lang="en-US" sz="1600" dirty="0">
                <a:latin typeface="Times New Roman" pitchFamily="18" charset="0"/>
                <a:cs typeface="Times New Roman" pitchFamily="18" charset="0"/>
              </a:rPr>
              <a:t>&lt;p&gt;The system must ensure the integrity of the voting process by preventing duplicate voting (each student can vote only once).</a:t>
            </a:r>
            <a:endParaRPr lang="en-CA" sz="1600" dirty="0">
              <a:latin typeface="Times New Roman" pitchFamily="18" charset="0"/>
              <a:cs typeface="Times New Roman" pitchFamily="18" charset="0"/>
            </a:endParaRPr>
          </a:p>
          <a:p>
            <a:r>
              <a:rPr lang="en-US" sz="1600" dirty="0">
                <a:latin typeface="Times New Roman" pitchFamily="18" charset="0"/>
                <a:cs typeface="Times New Roman" pitchFamily="18" charset="0"/>
              </a:rPr>
              <a:t>Secure encryption methods should be used to protect voting data and student privacy.</a:t>
            </a:r>
          </a:p>
          <a:p>
            <a:r>
              <a:rPr lang="en-US" sz="1600" dirty="0">
                <a:latin typeface="Times New Roman" pitchFamily="18" charset="0"/>
                <a:cs typeface="Times New Roman" pitchFamily="18" charset="0"/>
              </a:rPr>
              <a:t>&lt;/p&gt;</a:t>
            </a:r>
            <a:endParaRPr lang="en-CA" sz="1600"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75899" y="500514"/>
            <a:ext cx="8662737" cy="6001643"/>
          </a:xfrm>
          <a:prstGeom prst="rect">
            <a:avLst/>
          </a:prstGeom>
        </p:spPr>
        <p:txBody>
          <a:bodyPr wrap="square">
            <a:spAutoFit/>
          </a:bodyPr>
          <a:lstStyle/>
          <a:p>
            <a:r>
              <a:rPr lang="en-US" sz="1600" dirty="0">
                <a:latin typeface="Times New Roman" pitchFamily="18" charset="0"/>
                <a:cs typeface="Times New Roman" pitchFamily="18" charset="0"/>
              </a:rPr>
              <a:t>&lt;/div&gt; </a:t>
            </a:r>
          </a:p>
          <a:p>
            <a:r>
              <a:rPr lang="en-US" sz="1600" dirty="0">
                <a:latin typeface="Times New Roman" pitchFamily="18" charset="0"/>
                <a:cs typeface="Times New Roman" pitchFamily="18" charset="0"/>
              </a:rPr>
              <a:t>&lt;div class="user1"&gt;</a:t>
            </a:r>
          </a:p>
          <a:p>
            <a:r>
              <a:rPr lang="en-US" sz="1600" dirty="0">
                <a:latin typeface="Times New Roman" pitchFamily="18" charset="0"/>
                <a:cs typeface="Times New Roman" pitchFamily="18" charset="0"/>
              </a:rPr>
              <a:t>&lt;h2&gt;Mobile and accessibility&lt;/h2&gt; </a:t>
            </a:r>
          </a:p>
          <a:p>
            <a:r>
              <a:rPr lang="en-US" sz="1600" dirty="0">
                <a:latin typeface="Times New Roman" pitchFamily="18" charset="0"/>
                <a:cs typeface="Times New Roman" pitchFamily="18" charset="0"/>
              </a:rPr>
              <a:t>&lt;p&gt;Students can vote from their computers, tablets, or mobile phones, making the process more convenient and accessible.&lt;/p&gt; </a:t>
            </a:r>
          </a:p>
          <a:p>
            <a:r>
              <a:rPr lang="en-US" sz="1600" dirty="0">
                <a:latin typeface="Times New Roman" pitchFamily="18" charset="0"/>
                <a:cs typeface="Times New Roman" pitchFamily="18" charset="0"/>
              </a:rPr>
              <a:t>&lt;/div&gt; </a:t>
            </a:r>
          </a:p>
          <a:p>
            <a:r>
              <a:rPr lang="en-US" sz="1600" dirty="0">
                <a:latin typeface="Times New Roman" pitchFamily="18" charset="0"/>
                <a:cs typeface="Times New Roman" pitchFamily="18" charset="0"/>
              </a:rPr>
              <a:t>&lt;/div&gt;</a:t>
            </a:r>
          </a:p>
          <a:p>
            <a:r>
              <a:rPr lang="en-US" sz="1600" dirty="0">
                <a:latin typeface="Times New Roman" pitchFamily="18" charset="0"/>
                <a:cs typeface="Times New Roman" pitchFamily="18" charset="0"/>
              </a:rPr>
              <a:t>&lt;/section&gt;</a:t>
            </a:r>
          </a:p>
          <a:p>
            <a:r>
              <a:rPr lang="en-US" sz="1600" dirty="0">
                <a:latin typeface="Times New Roman" pitchFamily="18" charset="0"/>
                <a:cs typeface="Times New Roman" pitchFamily="18" charset="0"/>
              </a:rPr>
              <a:t>&lt;</a:t>
            </a:r>
            <a:r>
              <a:rPr lang="en-US" sz="1600" dirty="0" err="1">
                <a:latin typeface="Times New Roman" pitchFamily="18" charset="0"/>
                <a:cs typeface="Times New Roman" pitchFamily="18" charset="0"/>
              </a:rPr>
              <a:t>br</a:t>
            </a:r>
            <a:r>
              <a:rPr lang="en-US" sz="1600" dirty="0">
                <a:latin typeface="Times New Roman" pitchFamily="18" charset="0"/>
                <a:cs typeface="Times New Roman" pitchFamily="18" charset="0"/>
              </a:rPr>
              <a:t>&gt;</a:t>
            </a:r>
          </a:p>
          <a:p>
            <a:r>
              <a:rPr lang="en-US" sz="1600" dirty="0">
                <a:latin typeface="Times New Roman" pitchFamily="18" charset="0"/>
                <a:cs typeface="Times New Roman" pitchFamily="18" charset="0"/>
              </a:rPr>
              <a:t>&lt;/body&gt;</a:t>
            </a:r>
          </a:p>
          <a:p>
            <a:r>
              <a:rPr lang="en-US" sz="1600" dirty="0">
                <a:latin typeface="Times New Roman" pitchFamily="18" charset="0"/>
                <a:cs typeface="Times New Roman" pitchFamily="18" charset="0"/>
              </a:rPr>
              <a:t>&lt;/html&gt;</a:t>
            </a:r>
          </a:p>
          <a:p>
            <a:r>
              <a:rPr lang="en-US" sz="1600" dirty="0">
                <a:latin typeface="Times New Roman" pitchFamily="18" charset="0"/>
                <a:cs typeface="Times New Roman" pitchFamily="18" charset="0"/>
              </a:rPr>
              <a:t>&lt;/p&gt;</a:t>
            </a:r>
            <a:endParaRPr lang="en-CA" sz="1600" dirty="0">
              <a:latin typeface="Times New Roman" pitchFamily="18" charset="0"/>
              <a:cs typeface="Times New Roman" pitchFamily="18" charset="0"/>
            </a:endParaRPr>
          </a:p>
          <a:p>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margin: 0; </a:t>
            </a:r>
          </a:p>
          <a:p>
            <a:r>
              <a:rPr lang="en-US" sz="1600" dirty="0">
                <a:latin typeface="Times New Roman" pitchFamily="18" charset="0"/>
                <a:cs typeface="Times New Roman" pitchFamily="18" charset="0"/>
              </a:rPr>
              <a:t>padding: 0;</a:t>
            </a:r>
          </a:p>
          <a:p>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.header{</a:t>
            </a:r>
          </a:p>
          <a:p>
            <a:r>
              <a:rPr lang="en-US" sz="1600" dirty="0">
                <a:latin typeface="Times New Roman" pitchFamily="18" charset="0"/>
                <a:cs typeface="Times New Roman" pitchFamily="18" charset="0"/>
              </a:rPr>
              <a:t>height:950px; </a:t>
            </a:r>
          </a:p>
          <a:p>
            <a:r>
              <a:rPr lang="en-US" sz="1600" dirty="0">
                <a:latin typeface="Times New Roman" pitchFamily="18" charset="0"/>
                <a:cs typeface="Times New Roman" pitchFamily="18" charset="0"/>
              </a:rPr>
              <a:t>width:1500px;</a:t>
            </a:r>
          </a:p>
          <a:p>
            <a:r>
              <a:rPr lang="en-US" sz="1600" dirty="0">
                <a:latin typeface="Times New Roman" pitchFamily="18" charset="0"/>
                <a:cs typeface="Times New Roman" pitchFamily="18" charset="0"/>
              </a:rPr>
              <a:t>background-</a:t>
            </a:r>
            <a:r>
              <a:rPr lang="en-US" sz="1600" dirty="0" err="1">
                <a:latin typeface="Times New Roman" pitchFamily="18" charset="0"/>
                <a:cs typeface="Times New Roman" pitchFamily="18" charset="0"/>
              </a:rPr>
              <a:t>image:url</a:t>
            </a:r>
            <a:r>
              <a:rPr lang="en-US" sz="1600" dirty="0">
                <a:latin typeface="Times New Roman" pitchFamily="18" charset="0"/>
                <a:cs typeface="Times New Roman" pitchFamily="18" charset="0"/>
              </a:rPr>
              <a:t>("image3.1.jpg");</a:t>
            </a:r>
          </a:p>
          <a:p>
            <a:r>
              <a:rPr lang="en-US" sz="1600" dirty="0">
                <a:latin typeface="Times New Roman" pitchFamily="18" charset="0"/>
                <a:cs typeface="Times New Roman" pitchFamily="18" charset="0"/>
              </a:rPr>
              <a:t>background-position: center;</a:t>
            </a:r>
          </a:p>
          <a:p>
            <a:r>
              <a:rPr lang="en-US" sz="1600" dirty="0">
                <a:latin typeface="Times New Roman" pitchFamily="18" charset="0"/>
                <a:cs typeface="Times New Roman" pitchFamily="18" charset="0"/>
              </a:rPr>
              <a:t>background-</a:t>
            </a:r>
            <a:r>
              <a:rPr lang="en-US" sz="1600" dirty="0" err="1">
                <a:latin typeface="Times New Roman" pitchFamily="18" charset="0"/>
                <a:cs typeface="Times New Roman" pitchFamily="18" charset="0"/>
              </a:rPr>
              <a:t>size:cover</a:t>
            </a:r>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background-</a:t>
            </a:r>
            <a:r>
              <a:rPr lang="en-US" sz="1600" dirty="0" err="1">
                <a:latin typeface="Times New Roman" pitchFamily="18" charset="0"/>
                <a:cs typeface="Times New Roman" pitchFamily="18" charset="0"/>
              </a:rPr>
              <a:t>repeat:no</a:t>
            </a:r>
            <a:r>
              <a:rPr lang="en-US" sz="1600" dirty="0">
                <a:latin typeface="Times New Roman" pitchFamily="18" charset="0"/>
                <a:cs typeface="Times New Roman" pitchFamily="18" charset="0"/>
              </a:rPr>
              <a:t>-repeat;</a:t>
            </a:r>
          </a:p>
          <a:p>
            <a:r>
              <a:rPr lang="en-US" sz="1600" dirty="0">
                <a:latin typeface="Times New Roman" pitchFamily="18" charset="0"/>
                <a:cs typeface="Times New Roman" pitchFamily="18" charset="0"/>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6648" y="500514"/>
            <a:ext cx="10510788" cy="5755422"/>
          </a:xfrm>
          <a:prstGeom prst="rect">
            <a:avLst/>
          </a:prstGeom>
        </p:spPr>
        <p:txBody>
          <a:bodyPr wrap="square">
            <a:spAutoFit/>
          </a:bodyPr>
          <a:lstStyle/>
          <a:p>
            <a:r>
              <a:rPr lang="en-US" sz="1600" dirty="0" err="1">
                <a:latin typeface="Times New Roman" pitchFamily="18" charset="0"/>
                <a:cs typeface="Times New Roman" pitchFamily="18" charset="0"/>
              </a:rPr>
              <a:t>nav</a:t>
            </a:r>
            <a:r>
              <a:rPr lang="en-US" sz="1600" dirty="0">
                <a:latin typeface="Times New Roman" pitchFamily="18" charset="0"/>
                <a:cs typeface="Times New Roman" pitchFamily="18" charset="0"/>
              </a:rPr>
              <a:t> {</a:t>
            </a:r>
          </a:p>
          <a:p>
            <a:r>
              <a:rPr lang="en-US" sz="1600" dirty="0">
                <a:latin typeface="Times New Roman" pitchFamily="18" charset="0"/>
                <a:cs typeface="Times New Roman" pitchFamily="18" charset="0"/>
              </a:rPr>
              <a:t>display: flex;</a:t>
            </a:r>
          </a:p>
          <a:p>
            <a:r>
              <a:rPr lang="en-US" sz="1600" dirty="0">
                <a:latin typeface="Times New Roman" pitchFamily="18" charset="0"/>
                <a:cs typeface="Times New Roman" pitchFamily="18" charset="0"/>
              </a:rPr>
              <a:t>padding: 2px 6px; </a:t>
            </a:r>
          </a:p>
          <a:p>
            <a:r>
              <a:rPr lang="en-US" sz="1600" dirty="0">
                <a:latin typeface="Times New Roman" pitchFamily="18" charset="0"/>
                <a:cs typeface="Times New Roman" pitchFamily="18" charset="0"/>
              </a:rPr>
              <a:t>justify-content: space-between; </a:t>
            </a:r>
          </a:p>
          <a:p>
            <a:r>
              <a:rPr lang="en-US" sz="1600" dirty="0">
                <a:latin typeface="Times New Roman" pitchFamily="18" charset="0"/>
                <a:cs typeface="Times New Roman" pitchFamily="18" charset="0"/>
              </a:rPr>
              <a:t>align-items: center;</a:t>
            </a:r>
          </a:p>
          <a:p>
            <a:r>
              <a:rPr lang="en-US" sz="1600" dirty="0">
                <a:latin typeface="Times New Roman" pitchFamily="18" charset="0"/>
                <a:cs typeface="Times New Roman" pitchFamily="18" charset="0"/>
              </a:rPr>
              <a:t>} </a:t>
            </a:r>
          </a:p>
          <a:p>
            <a:r>
              <a:rPr lang="en-US" sz="1600" dirty="0" err="1">
                <a:latin typeface="Times New Roman" pitchFamily="18" charset="0"/>
                <a:cs typeface="Times New Roman" pitchFamily="18" charset="0"/>
              </a:rPr>
              <a:t>nav</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img</a:t>
            </a:r>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width:150px;</a:t>
            </a:r>
          </a:p>
          <a:p>
            <a:r>
              <a:rPr lang="en-US" sz="1600" dirty="0">
                <a:latin typeface="Times New Roman" pitchFamily="18" charset="0"/>
                <a:cs typeface="Times New Roman" pitchFamily="18" charset="0"/>
              </a:rPr>
              <a:t>} </a:t>
            </a:r>
          </a:p>
          <a:p>
            <a:r>
              <a:rPr lang="en-US" sz="1600" dirty="0">
                <a:latin typeface="Times New Roman" pitchFamily="18" charset="0"/>
                <a:cs typeface="Times New Roman" pitchFamily="18" charset="0"/>
              </a:rPr>
              <a:t>.</a:t>
            </a:r>
            <a:r>
              <a:rPr lang="en-US" sz="1600" dirty="0" err="1">
                <a:latin typeface="Times New Roman" pitchFamily="18" charset="0"/>
                <a:cs typeface="Times New Roman" pitchFamily="18" charset="0"/>
              </a:rPr>
              <a:t>nav</a:t>
            </a:r>
            <a:r>
              <a:rPr lang="en-US" sz="1600" dirty="0">
                <a:latin typeface="Times New Roman" pitchFamily="18" charset="0"/>
                <a:cs typeface="Times New Roman" pitchFamily="18" charset="0"/>
              </a:rPr>
              <a:t>-links{</a:t>
            </a:r>
          </a:p>
          <a:p>
            <a:r>
              <a:rPr lang="en-US" sz="1600" dirty="0">
                <a:latin typeface="Times New Roman" pitchFamily="18" charset="0"/>
                <a:cs typeface="Times New Roman" pitchFamily="18" charset="0"/>
              </a:rPr>
              <a:t>flex: auto;</a:t>
            </a:r>
          </a:p>
          <a:p>
            <a:r>
              <a:rPr lang="en-US" sz="1600" dirty="0">
                <a:latin typeface="Times New Roman" pitchFamily="18" charset="0"/>
                <a:cs typeface="Times New Roman" pitchFamily="18" charset="0"/>
              </a:rPr>
              <a:t>text-align: right;</a:t>
            </a:r>
          </a:p>
          <a:p>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a:t>
            </a:r>
            <a:r>
              <a:rPr lang="en-US" sz="1600" dirty="0" err="1">
                <a:latin typeface="Times New Roman" pitchFamily="18" charset="0"/>
                <a:cs typeface="Times New Roman" pitchFamily="18" charset="0"/>
              </a:rPr>
              <a:t>nav</a:t>
            </a:r>
            <a:r>
              <a:rPr lang="en-US" sz="1600" dirty="0">
                <a:latin typeface="Times New Roman" pitchFamily="18" charset="0"/>
                <a:cs typeface="Times New Roman" pitchFamily="18" charset="0"/>
              </a:rPr>
              <a:t>-links </a:t>
            </a:r>
            <a:r>
              <a:rPr lang="en-US" sz="1600" dirty="0" err="1">
                <a:latin typeface="Times New Roman" pitchFamily="18" charset="0"/>
                <a:cs typeface="Times New Roman" pitchFamily="18" charset="0"/>
              </a:rPr>
              <a:t>ul</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li</a:t>
            </a:r>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list-style: none;</a:t>
            </a:r>
          </a:p>
          <a:p>
            <a:r>
              <a:rPr lang="en-US" sz="1600" dirty="0" err="1">
                <a:latin typeface="Times New Roman" pitchFamily="18" charset="0"/>
                <a:cs typeface="Times New Roman" pitchFamily="18" charset="0"/>
              </a:rPr>
              <a:t>display:inline</a:t>
            </a:r>
            <a:r>
              <a:rPr lang="en-US" sz="1600" dirty="0">
                <a:latin typeface="Times New Roman" pitchFamily="18" charset="0"/>
                <a:cs typeface="Times New Roman" pitchFamily="18" charset="0"/>
              </a:rPr>
              <a:t>-block;</a:t>
            </a:r>
          </a:p>
          <a:p>
            <a:r>
              <a:rPr lang="en-US" sz="1600" dirty="0">
                <a:latin typeface="Times New Roman" pitchFamily="18" charset="0"/>
                <a:cs typeface="Times New Roman" pitchFamily="18" charset="0"/>
              </a:rPr>
              <a:t>padding:30px; </a:t>
            </a:r>
          </a:p>
          <a:p>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a:t>
            </a:r>
            <a:r>
              <a:rPr lang="en-US" sz="1600" dirty="0" err="1">
                <a:latin typeface="Times New Roman" pitchFamily="18" charset="0"/>
                <a:cs typeface="Times New Roman" pitchFamily="18" charset="0"/>
              </a:rPr>
              <a:t>nav</a:t>
            </a:r>
            <a:r>
              <a:rPr lang="en-US" sz="1600" dirty="0">
                <a:latin typeface="Times New Roman" pitchFamily="18" charset="0"/>
                <a:cs typeface="Times New Roman" pitchFamily="18" charset="0"/>
              </a:rPr>
              <a:t>-links </a:t>
            </a:r>
            <a:r>
              <a:rPr lang="en-US" sz="1600" dirty="0" err="1">
                <a:latin typeface="Times New Roman" pitchFamily="18" charset="0"/>
                <a:cs typeface="Times New Roman" pitchFamily="18" charset="0"/>
              </a:rPr>
              <a:t>ul</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li</a:t>
            </a:r>
            <a:r>
              <a:rPr lang="en-US" sz="1600" dirty="0">
                <a:latin typeface="Times New Roman" pitchFamily="18" charset="0"/>
                <a:cs typeface="Times New Roman" pitchFamily="18" charset="0"/>
              </a:rPr>
              <a:t> a{ </a:t>
            </a:r>
          </a:p>
          <a:p>
            <a:r>
              <a:rPr lang="en-US" sz="1600" dirty="0">
                <a:latin typeface="Times New Roman" pitchFamily="18" charset="0"/>
                <a:cs typeface="Times New Roman" pitchFamily="18" charset="0"/>
              </a:rPr>
              <a:t>font-size: 28px;</a:t>
            </a:r>
          </a:p>
          <a:p>
            <a:r>
              <a:rPr lang="en-US" sz="1600" dirty="0">
                <a:latin typeface="Times New Roman" pitchFamily="18" charset="0"/>
                <a:cs typeface="Times New Roman" pitchFamily="18" charset="0"/>
              </a:rPr>
              <a:t>color: azure;</a:t>
            </a:r>
          </a:p>
          <a:p>
            <a:r>
              <a:rPr lang="en-US" sz="1600" dirty="0">
                <a:latin typeface="Times New Roman" pitchFamily="18" charset="0"/>
                <a:cs typeface="Times New Roman" pitchFamily="18" charset="0"/>
              </a:rPr>
              <a:t>text-decoration: none; </a:t>
            </a:r>
          </a:p>
          <a:p>
            <a:r>
              <a:rPr lang="en-US" sz="1600" dirty="0">
                <a:latin typeface="Times New Roman" pitchFamily="18" charset="0"/>
                <a:cs typeface="Times New Roman" pitchFamily="18" charset="0"/>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8897" y="500514"/>
            <a:ext cx="10693667" cy="6001643"/>
          </a:xfrm>
          <a:prstGeom prst="rect">
            <a:avLst/>
          </a:prstGeom>
        </p:spPr>
        <p:txBody>
          <a:bodyPr wrap="square">
            <a:spAutoFit/>
          </a:bodyPr>
          <a:lstStyle/>
          <a:p>
            <a:r>
              <a:rPr lang="en-US" sz="1600" dirty="0">
                <a:latin typeface="Times New Roman" pitchFamily="18" charset="0"/>
                <a:cs typeface="Times New Roman" pitchFamily="18" charset="0"/>
              </a:rPr>
              <a:t>.f1{</a:t>
            </a:r>
          </a:p>
          <a:p>
            <a:r>
              <a:rPr lang="en-US" sz="1600" dirty="0">
                <a:latin typeface="Times New Roman" pitchFamily="18" charset="0"/>
                <a:cs typeface="Times New Roman" pitchFamily="18" charset="0"/>
              </a:rPr>
              <a:t>font-family: Arial, sans-serif ;</a:t>
            </a:r>
          </a:p>
          <a:p>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 * {</a:t>
            </a:r>
          </a:p>
          <a:p>
            <a:r>
              <a:rPr lang="en-US" sz="1600" dirty="0">
                <a:latin typeface="Times New Roman" pitchFamily="18" charset="0"/>
                <a:cs typeface="Times New Roman" pitchFamily="18" charset="0"/>
              </a:rPr>
              <a:t>margin: 0;</a:t>
            </a:r>
          </a:p>
          <a:p>
            <a:r>
              <a:rPr lang="en-US" sz="1600" dirty="0">
                <a:latin typeface="Times New Roman" pitchFamily="18" charset="0"/>
                <a:cs typeface="Times New Roman" pitchFamily="18" charset="0"/>
              </a:rPr>
              <a:t>padding: 0;</a:t>
            </a:r>
          </a:p>
          <a:p>
            <a:r>
              <a:rPr lang="en-US" sz="1600" dirty="0">
                <a:latin typeface="Times New Roman" pitchFamily="18" charset="0"/>
                <a:cs typeface="Times New Roman" pitchFamily="18" charset="0"/>
              </a:rPr>
              <a:t>box-sizing: border-box;</a:t>
            </a:r>
          </a:p>
          <a:p>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.f1{</a:t>
            </a:r>
          </a:p>
          <a:p>
            <a:r>
              <a:rPr lang="en-US" sz="1600" dirty="0">
                <a:latin typeface="Times New Roman" pitchFamily="18" charset="0"/>
                <a:cs typeface="Times New Roman" pitchFamily="18" charset="0"/>
              </a:rPr>
              <a:t>padding:50px;</a:t>
            </a:r>
          </a:p>
          <a:p>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.f1 p{</a:t>
            </a:r>
          </a:p>
          <a:p>
            <a:r>
              <a:rPr lang="en-US" sz="1600" dirty="0">
                <a:latin typeface="Times New Roman" pitchFamily="18" charset="0"/>
                <a:cs typeface="Times New Roman" pitchFamily="18" charset="0"/>
              </a:rPr>
              <a:t>font-</a:t>
            </a:r>
            <a:r>
              <a:rPr lang="en-US" sz="1600" dirty="0" err="1">
                <a:latin typeface="Times New Roman" pitchFamily="18" charset="0"/>
                <a:cs typeface="Times New Roman" pitchFamily="18" charset="0"/>
              </a:rPr>
              <a:t>family:'Times</a:t>
            </a:r>
            <a:r>
              <a:rPr lang="en-US" sz="1600" dirty="0">
                <a:latin typeface="Times New Roman" pitchFamily="18" charset="0"/>
                <a:cs typeface="Times New Roman" pitchFamily="18" charset="0"/>
              </a:rPr>
              <a:t> New Roman', Times, serif;</a:t>
            </a:r>
          </a:p>
          <a:p>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.row{</a:t>
            </a:r>
          </a:p>
          <a:p>
            <a:r>
              <a:rPr lang="en-US" sz="1600" dirty="0">
                <a:latin typeface="Times New Roman" pitchFamily="18" charset="0"/>
                <a:cs typeface="Times New Roman" pitchFamily="18" charset="0"/>
              </a:rPr>
              <a:t>margin-top:5%; </a:t>
            </a:r>
          </a:p>
          <a:p>
            <a:r>
              <a:rPr lang="en-US" sz="1600" dirty="0" err="1">
                <a:latin typeface="Times New Roman" pitchFamily="18" charset="0"/>
                <a:cs typeface="Times New Roman" pitchFamily="18" charset="0"/>
              </a:rPr>
              <a:t>display:flex</a:t>
            </a:r>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justify-content: space-between;</a:t>
            </a:r>
          </a:p>
          <a:p>
            <a:r>
              <a:rPr lang="en-US" sz="1600" dirty="0">
                <a:latin typeface="Times New Roman" pitchFamily="18" charset="0"/>
                <a:cs typeface="Times New Roman" pitchFamily="18" charset="0"/>
              </a:rPr>
              <a:t>text-align: center;</a:t>
            </a:r>
          </a:p>
          <a:p>
            <a:r>
              <a:rPr lang="en-US" sz="1600" dirty="0">
                <a:latin typeface="Times New Roman" pitchFamily="18" charset="0"/>
                <a:cs typeface="Times New Roman" pitchFamily="18" charset="0"/>
              </a:rPr>
              <a:t>gap: 50px;</a:t>
            </a:r>
          </a:p>
          <a:p>
            <a:r>
              <a:rPr lang="en-US" sz="1600" dirty="0">
                <a:latin typeface="Times New Roman" pitchFamily="18" charset="0"/>
                <a:cs typeface="Times New Roman" pitchFamily="18" charset="0"/>
              </a:rPr>
              <a:t>.user{</a:t>
            </a:r>
          </a:p>
          <a:p>
            <a:r>
              <a:rPr lang="en-US" sz="1600" dirty="0">
                <a:latin typeface="Times New Roman" pitchFamily="18" charset="0"/>
                <a:cs typeface="Times New Roman" pitchFamily="18" charset="0"/>
              </a:rPr>
              <a:t>flex: basis 31;</a:t>
            </a:r>
          </a:p>
          <a:p>
            <a:r>
              <a:rPr lang="en-US" sz="1600" dirty="0">
                <a:latin typeface="Times New Roman" pitchFamily="18" charset="0"/>
                <a:cs typeface="Times New Roman" pitchFamily="18" charset="0"/>
              </a:rPr>
              <a:t>background-color: </a:t>
            </a:r>
            <a:r>
              <a:rPr lang="en-US" sz="1600" dirty="0" err="1">
                <a:latin typeface="Times New Roman" pitchFamily="18" charset="0"/>
                <a:cs typeface="Times New Roman" pitchFamily="18" charset="0"/>
              </a:rPr>
              <a:t>rgb</a:t>
            </a:r>
            <a:r>
              <a:rPr lang="en-US" sz="1600" dirty="0">
                <a:latin typeface="Times New Roman" pitchFamily="18" charset="0"/>
                <a:cs typeface="Times New Roman" pitchFamily="18" charset="0"/>
              </a:rPr>
              <a:t>(31, 195, 228); </a:t>
            </a:r>
          </a:p>
          <a:p>
            <a:r>
              <a:rPr lang="en-US" sz="1600" dirty="0">
                <a:latin typeface="Times New Roman" pitchFamily="18" charset="0"/>
                <a:cs typeface="Times New Roman" pitchFamily="18" charset="0"/>
              </a:rPr>
              <a:t>border-radius: 10px;</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7655" y="702644"/>
            <a:ext cx="10270156" cy="6001643"/>
          </a:xfrm>
          <a:prstGeom prst="rect">
            <a:avLst/>
          </a:prstGeom>
        </p:spPr>
        <p:txBody>
          <a:bodyPr wrap="square">
            <a:spAutoFit/>
          </a:bodyPr>
          <a:lstStyle/>
          <a:p>
            <a:r>
              <a:rPr lang="en-US" sz="1600" dirty="0">
                <a:latin typeface="Times New Roman" pitchFamily="18" charset="0"/>
                <a:cs typeface="Times New Roman" pitchFamily="18" charset="0"/>
              </a:rPr>
              <a:t>margin-bottom: 5%; </a:t>
            </a:r>
          </a:p>
          <a:p>
            <a:r>
              <a:rPr lang="en-US" sz="1600" dirty="0">
                <a:latin typeface="Times New Roman" pitchFamily="18" charset="0"/>
                <a:cs typeface="Times New Roman" pitchFamily="18" charset="0"/>
              </a:rPr>
              <a:t>padding: 20px 12px;</a:t>
            </a:r>
          </a:p>
          <a:p>
            <a:r>
              <a:rPr lang="en-US" sz="1600" dirty="0">
                <a:latin typeface="Times New Roman" pitchFamily="18" charset="0"/>
                <a:cs typeface="Times New Roman" pitchFamily="18" charset="0"/>
              </a:rPr>
              <a:t>box-</a:t>
            </a:r>
            <a:r>
              <a:rPr lang="en-US" sz="1600" dirty="0" err="1">
                <a:latin typeface="Times New Roman" pitchFamily="18" charset="0"/>
                <a:cs typeface="Times New Roman" pitchFamily="18" charset="0"/>
              </a:rPr>
              <a:t>sizing:border</a:t>
            </a:r>
            <a:r>
              <a:rPr lang="en-US" sz="1600" dirty="0">
                <a:latin typeface="Times New Roman" pitchFamily="18" charset="0"/>
                <a:cs typeface="Times New Roman" pitchFamily="18" charset="0"/>
              </a:rPr>
              <a:t>-box; </a:t>
            </a:r>
          </a:p>
          <a:p>
            <a:r>
              <a:rPr lang="en-US" sz="1600" dirty="0">
                <a:latin typeface="Times New Roman" pitchFamily="18" charset="0"/>
                <a:cs typeface="Times New Roman" pitchFamily="18" charset="0"/>
              </a:rPr>
              <a:t>text-align: center;</a:t>
            </a:r>
          </a:p>
          <a:p>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a:t>
            </a:r>
            <a:r>
              <a:rPr lang="en-US" sz="1600" dirty="0" err="1">
                <a:latin typeface="Times New Roman" pitchFamily="18" charset="0"/>
                <a:cs typeface="Times New Roman" pitchFamily="18" charset="0"/>
              </a:rPr>
              <a:t>col</a:t>
            </a:r>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margin-top:5%; </a:t>
            </a:r>
          </a:p>
          <a:p>
            <a:r>
              <a:rPr lang="en-US" sz="1600" dirty="0" err="1">
                <a:latin typeface="Times New Roman" pitchFamily="18" charset="0"/>
                <a:cs typeface="Times New Roman" pitchFamily="18" charset="0"/>
              </a:rPr>
              <a:t>display:flex</a:t>
            </a:r>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justify-content: space-between;</a:t>
            </a:r>
          </a:p>
          <a:p>
            <a:r>
              <a:rPr lang="en-US" sz="1600" dirty="0">
                <a:latin typeface="Times New Roman" pitchFamily="18" charset="0"/>
                <a:cs typeface="Times New Roman" pitchFamily="18" charset="0"/>
              </a:rPr>
              <a:t>text-align: center;</a:t>
            </a:r>
          </a:p>
          <a:p>
            <a:r>
              <a:rPr lang="en-US" sz="1600" dirty="0">
                <a:latin typeface="Times New Roman" pitchFamily="18" charset="0"/>
                <a:cs typeface="Times New Roman" pitchFamily="18" charset="0"/>
              </a:rPr>
              <a:t>gap: 5%;</a:t>
            </a:r>
          </a:p>
          <a:p>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.user1{</a:t>
            </a:r>
          </a:p>
          <a:p>
            <a:r>
              <a:rPr lang="en-US" sz="1600" dirty="0">
                <a:latin typeface="Times New Roman" pitchFamily="18" charset="0"/>
                <a:cs typeface="Times New Roman" pitchFamily="18" charset="0"/>
              </a:rPr>
              <a:t>flex: basis 31;</a:t>
            </a:r>
          </a:p>
          <a:p>
            <a:r>
              <a:rPr lang="en-US" sz="1600" dirty="0">
                <a:latin typeface="Times New Roman" pitchFamily="18" charset="0"/>
                <a:cs typeface="Times New Roman" pitchFamily="18" charset="0"/>
              </a:rPr>
              <a:t>background-color: </a:t>
            </a:r>
            <a:r>
              <a:rPr lang="en-US" sz="1600" dirty="0" err="1">
                <a:latin typeface="Times New Roman" pitchFamily="18" charset="0"/>
                <a:cs typeface="Times New Roman" pitchFamily="18" charset="0"/>
              </a:rPr>
              <a:t>rgb</a:t>
            </a:r>
            <a:r>
              <a:rPr lang="en-US" sz="1600" dirty="0">
                <a:latin typeface="Times New Roman" pitchFamily="18" charset="0"/>
                <a:cs typeface="Times New Roman" pitchFamily="18" charset="0"/>
              </a:rPr>
              <a:t>(31, 195, 228);</a:t>
            </a:r>
          </a:p>
          <a:p>
            <a:r>
              <a:rPr lang="en-US" sz="1600" dirty="0">
                <a:latin typeface="Times New Roman" pitchFamily="18" charset="0"/>
                <a:cs typeface="Times New Roman" pitchFamily="18" charset="0"/>
              </a:rPr>
              <a:t>border-radius: 10px;</a:t>
            </a:r>
          </a:p>
          <a:p>
            <a:r>
              <a:rPr lang="en-US" sz="1600" dirty="0">
                <a:latin typeface="Times New Roman" pitchFamily="18" charset="0"/>
                <a:cs typeface="Times New Roman" pitchFamily="18" charset="0"/>
              </a:rPr>
              <a:t>margin-bottom: 5%; </a:t>
            </a:r>
          </a:p>
          <a:p>
            <a:r>
              <a:rPr lang="en-US" sz="1600" dirty="0">
                <a:latin typeface="Times New Roman" pitchFamily="18" charset="0"/>
                <a:cs typeface="Times New Roman" pitchFamily="18" charset="0"/>
              </a:rPr>
              <a:t>padding: 20px 12px; </a:t>
            </a:r>
          </a:p>
          <a:p>
            <a:r>
              <a:rPr lang="en-US" sz="1600" dirty="0">
                <a:latin typeface="Times New Roman" pitchFamily="18" charset="0"/>
                <a:cs typeface="Times New Roman" pitchFamily="18" charset="0"/>
              </a:rPr>
              <a:t>box-sizing: border-box; </a:t>
            </a:r>
          </a:p>
          <a:p>
            <a:r>
              <a:rPr lang="en-US" sz="1600" dirty="0">
                <a:latin typeface="Times New Roman" pitchFamily="18" charset="0"/>
                <a:cs typeface="Times New Roman" pitchFamily="18" charset="0"/>
              </a:rPr>
              <a:t>text-align: center;</a:t>
            </a:r>
          </a:p>
          <a:p>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.user1 p{</a:t>
            </a:r>
          </a:p>
          <a:p>
            <a:r>
              <a:rPr lang="en-US" sz="1600" dirty="0">
                <a:latin typeface="Times New Roman" pitchFamily="18" charset="0"/>
                <a:cs typeface="Times New Roman" pitchFamily="18" charset="0"/>
              </a:rPr>
              <a:t>font-family: 'Times New Roman', Times, serif;</a:t>
            </a:r>
          </a:p>
          <a:p>
            <a:r>
              <a:rPr lang="en-US" sz="1600" dirty="0">
                <a:latin typeface="Times New Roman" pitchFamily="18" charset="0"/>
                <a:cs typeface="Times New Roman" pitchFamily="18" charset="0"/>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9272" y="606097"/>
            <a:ext cx="10703292" cy="5016758"/>
          </a:xfrm>
          <a:prstGeom prst="rect">
            <a:avLst/>
          </a:prstGeom>
        </p:spPr>
        <p:txBody>
          <a:bodyPr wrap="square">
            <a:spAutoFit/>
          </a:bodyPr>
          <a:lstStyle/>
          <a:p>
            <a:r>
              <a:rPr lang="en-US" sz="1600" dirty="0" err="1">
                <a:latin typeface="Times New Roman" pitchFamily="18" charset="0"/>
                <a:cs typeface="Times New Roman" pitchFamily="18" charset="0"/>
              </a:rPr>
              <a:t>nav</a:t>
            </a:r>
            <a:r>
              <a:rPr lang="en-US" sz="1600" dirty="0">
                <a:latin typeface="Times New Roman" pitchFamily="18" charset="0"/>
                <a:cs typeface="Times New Roman" pitchFamily="18" charset="0"/>
              </a:rPr>
              <a:t> h1{</a:t>
            </a:r>
          </a:p>
          <a:p>
            <a:r>
              <a:rPr lang="en-US" sz="1600" dirty="0">
                <a:latin typeface="Times New Roman" pitchFamily="18" charset="0"/>
                <a:cs typeface="Times New Roman" pitchFamily="18" charset="0"/>
              </a:rPr>
              <a:t>font: size 80px;</a:t>
            </a:r>
          </a:p>
          <a:p>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.election-header {</a:t>
            </a:r>
          </a:p>
          <a:p>
            <a:r>
              <a:rPr lang="en-US" sz="1600" dirty="0">
                <a:latin typeface="Times New Roman" pitchFamily="18" charset="0"/>
                <a:cs typeface="Times New Roman" pitchFamily="18" charset="0"/>
              </a:rPr>
              <a:t>background: linear-gradient(to right, #0057b7, #00aaff);</a:t>
            </a:r>
          </a:p>
          <a:p>
            <a:r>
              <a:rPr lang="en-US" sz="1600" dirty="0">
                <a:latin typeface="Times New Roman" pitchFamily="18" charset="0"/>
                <a:cs typeface="Times New Roman" pitchFamily="18" charset="0"/>
              </a:rPr>
              <a:t>color: white;</a:t>
            </a:r>
          </a:p>
          <a:p>
            <a:r>
              <a:rPr lang="en-US" sz="1600" dirty="0">
                <a:latin typeface="Times New Roman" pitchFamily="18" charset="0"/>
                <a:cs typeface="Times New Roman" pitchFamily="18" charset="0"/>
              </a:rPr>
              <a:t>text-align: center;</a:t>
            </a:r>
          </a:p>
          <a:p>
            <a:r>
              <a:rPr lang="en-US" sz="1600" dirty="0">
                <a:latin typeface="Times New Roman" pitchFamily="18" charset="0"/>
                <a:cs typeface="Times New Roman" pitchFamily="18" charset="0"/>
              </a:rPr>
              <a:t>padding: 60px 20px 40px; </a:t>
            </a:r>
          </a:p>
          <a:p>
            <a:r>
              <a:rPr lang="en-US" sz="1600" dirty="0">
                <a:latin typeface="Times New Roman" pitchFamily="18" charset="0"/>
                <a:cs typeface="Times New Roman" pitchFamily="18" charset="0"/>
              </a:rPr>
              <a:t>box-shadow: 0 4px 8px </a:t>
            </a:r>
            <a:r>
              <a:rPr lang="en-US" sz="1600" dirty="0" err="1">
                <a:latin typeface="Times New Roman" pitchFamily="18" charset="0"/>
                <a:cs typeface="Times New Roman" pitchFamily="18" charset="0"/>
              </a:rPr>
              <a:t>rgba</a:t>
            </a:r>
            <a:r>
              <a:rPr lang="en-US" sz="1600" dirty="0">
                <a:latin typeface="Times New Roman" pitchFamily="18" charset="0"/>
                <a:cs typeface="Times New Roman" pitchFamily="18" charset="0"/>
              </a:rPr>
              <a:t>(0,0,0,0.1);</a:t>
            </a:r>
          </a:p>
          <a:p>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.election-header h1 {</a:t>
            </a:r>
          </a:p>
          <a:p>
            <a:r>
              <a:rPr lang="en-US" sz="1600" dirty="0">
                <a:latin typeface="Times New Roman" pitchFamily="18" charset="0"/>
                <a:cs typeface="Times New Roman" pitchFamily="18" charset="0"/>
              </a:rPr>
              <a:t>margin: 0;</a:t>
            </a:r>
          </a:p>
          <a:p>
            <a:r>
              <a:rPr lang="en-US" sz="1600" dirty="0">
                <a:latin typeface="Times New Roman" pitchFamily="18" charset="0"/>
                <a:cs typeface="Times New Roman" pitchFamily="18" charset="0"/>
              </a:rPr>
              <a:t>font-size: 2.8rem;</a:t>
            </a:r>
          </a:p>
          <a:p>
            <a:r>
              <a:rPr lang="en-US" sz="1600" dirty="0">
                <a:latin typeface="Times New Roman" pitchFamily="18" charset="0"/>
                <a:cs typeface="Times New Roman" pitchFamily="18" charset="0"/>
              </a:rPr>
              <a:t>letter-spacing: 1px; </a:t>
            </a:r>
          </a:p>
          <a:p>
            <a:r>
              <a:rPr lang="en-US" sz="1600" dirty="0">
                <a:latin typeface="Times New Roman" pitchFamily="18" charset="0"/>
                <a:cs typeface="Times New Roman" pitchFamily="18" charset="0"/>
              </a:rPr>
              <a:t>}</a:t>
            </a:r>
          </a:p>
          <a:p>
            <a:r>
              <a:rPr lang="en-US" sz="1600" dirty="0">
                <a:latin typeface="Times New Roman" pitchFamily="18" charset="0"/>
                <a:cs typeface="Times New Roman" pitchFamily="18" charset="0"/>
              </a:rPr>
              <a:t>.election-header .tagline {</a:t>
            </a:r>
          </a:p>
          <a:p>
            <a:r>
              <a:rPr lang="en-US" sz="1600" dirty="0">
                <a:latin typeface="Times New Roman" pitchFamily="18" charset="0"/>
                <a:cs typeface="Times New Roman" pitchFamily="18" charset="0"/>
              </a:rPr>
              <a:t>font-size: 1.2rem;</a:t>
            </a:r>
          </a:p>
          <a:p>
            <a:r>
              <a:rPr lang="en-US" sz="1600" dirty="0">
                <a:latin typeface="Times New Roman" pitchFamily="18" charset="0"/>
                <a:cs typeface="Times New Roman" pitchFamily="18" charset="0"/>
              </a:rPr>
              <a:t>margin-top: 10px; </a:t>
            </a:r>
          </a:p>
          <a:p>
            <a:r>
              <a:rPr lang="en-US" sz="1600" dirty="0">
                <a:latin typeface="Times New Roman" pitchFamily="18" charset="0"/>
                <a:cs typeface="Times New Roman" pitchFamily="18" charset="0"/>
              </a:rPr>
              <a:t>color: #e0f7ff; </a:t>
            </a:r>
          </a:p>
          <a:p>
            <a:r>
              <a:rPr lang="en-US" sz="1600" dirty="0">
                <a:latin typeface="Times New Roman" pitchFamily="18" charset="0"/>
                <a:cs typeface="Times New Roman" pitchFamily="18" charset="0"/>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Screenshots:</a:t>
            </a:r>
            <a:endParaRPr lang="en-US" dirty="0"/>
          </a:p>
        </p:txBody>
      </p:sp>
      <p:pic>
        <p:nvPicPr>
          <p:cNvPr id="3" name="Picture 2"/>
          <p:cNvPicPr/>
          <p:nvPr/>
        </p:nvPicPr>
        <p:blipFill>
          <a:blip r:embed="rId2"/>
          <a:stretch>
            <a:fillRect/>
          </a:stretch>
        </p:blipFill>
        <p:spPr>
          <a:xfrm>
            <a:off x="943276" y="1424539"/>
            <a:ext cx="10770669" cy="498588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481262" y="567890"/>
            <a:ext cx="11280809" cy="5804033"/>
          </a:xfrm>
          <a:prstGeom prst="rect">
            <a:avLst/>
          </a:prstGeom>
        </p:spPr>
      </p:pic>
    </p:spTree>
    <p:extLst>
      <p:ext uri="{BB962C8B-B14F-4D97-AF65-F5344CB8AC3E}">
        <p14:creationId xmlns:p14="http://schemas.microsoft.com/office/powerpoint/2010/main" val="27619021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539014" y="529389"/>
            <a:ext cx="11194181" cy="5736657"/>
          </a:xfrm>
          <a:prstGeom prst="rect">
            <a:avLst/>
          </a:prstGeom>
        </p:spPr>
      </p:pic>
    </p:spTree>
    <p:extLst>
      <p:ext uri="{BB962C8B-B14F-4D97-AF65-F5344CB8AC3E}">
        <p14:creationId xmlns:p14="http://schemas.microsoft.com/office/powerpoint/2010/main" val="507595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654518" y="625642"/>
            <a:ext cx="10847671" cy="5467150"/>
          </a:xfrm>
          <a:prstGeom prst="rect">
            <a:avLst/>
          </a:prstGeom>
        </p:spPr>
      </p:pic>
    </p:spTree>
    <p:extLst>
      <p:ext uri="{BB962C8B-B14F-4D97-AF65-F5344CB8AC3E}">
        <p14:creationId xmlns:p14="http://schemas.microsoft.com/office/powerpoint/2010/main" val="23750419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683394" y="664142"/>
            <a:ext cx="10963174" cy="5524901"/>
          </a:xfrm>
          <a:prstGeom prst="rect">
            <a:avLst/>
          </a:prstGeom>
        </p:spPr>
      </p:pic>
    </p:spTree>
    <p:extLst>
      <p:ext uri="{BB962C8B-B14F-4D97-AF65-F5344CB8AC3E}">
        <p14:creationId xmlns:p14="http://schemas.microsoft.com/office/powerpoint/2010/main" val="34741723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471638" y="567891"/>
            <a:ext cx="11203806" cy="5852160"/>
          </a:xfrm>
          <a:prstGeom prst="rect">
            <a:avLst/>
          </a:prstGeom>
        </p:spPr>
      </p:pic>
    </p:spTree>
    <p:extLst>
      <p:ext uri="{BB962C8B-B14F-4D97-AF65-F5344CB8AC3E}">
        <p14:creationId xmlns:p14="http://schemas.microsoft.com/office/powerpoint/2010/main" val="25863140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548640" y="587141"/>
            <a:ext cx="11242307" cy="5736657"/>
          </a:xfrm>
          <a:prstGeom prst="rect">
            <a:avLst/>
          </a:prstGeom>
        </p:spPr>
      </p:pic>
    </p:spTree>
    <p:extLst>
      <p:ext uri="{BB962C8B-B14F-4D97-AF65-F5344CB8AC3E}">
        <p14:creationId xmlns:p14="http://schemas.microsoft.com/office/powerpoint/2010/main" val="8967935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stretch>
            <a:fillRect/>
          </a:stretch>
        </p:blipFill>
        <p:spPr>
          <a:xfrm>
            <a:off x="693019" y="875899"/>
            <a:ext cx="10934299" cy="4966636"/>
          </a:xfrm>
          <a:prstGeom prst="rect">
            <a:avLst/>
          </a:prstGeom>
        </p:spPr>
      </p:pic>
    </p:spTree>
    <p:extLst>
      <p:ext uri="{BB962C8B-B14F-4D97-AF65-F5344CB8AC3E}">
        <p14:creationId xmlns:p14="http://schemas.microsoft.com/office/powerpoint/2010/main" val="36102529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664143" y="1289785"/>
            <a:ext cx="10895798" cy="4302493"/>
          </a:xfrm>
          <a:prstGeom prst="rect">
            <a:avLst/>
          </a:prstGeom>
        </p:spPr>
      </p:pic>
    </p:spTree>
    <p:extLst>
      <p:ext uri="{BB962C8B-B14F-4D97-AF65-F5344CB8AC3E}">
        <p14:creationId xmlns:p14="http://schemas.microsoft.com/office/powerpoint/2010/main" val="20684644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00036"/>
          </a:xfrm>
        </p:spPr>
        <p:txBody>
          <a:bodyPr>
            <a:normAutofit/>
          </a:bodyPr>
          <a:lstStyle/>
          <a:p>
            <a:r>
              <a:rPr lang="en-GB" sz="2800" dirty="0">
                <a:solidFill>
                  <a:srgbClr val="FF0000"/>
                </a:solidFill>
                <a:latin typeface="Times New Roman" panose="02020603050405020304"/>
                <a:cs typeface="Calibri Light" panose="020F0302020204030204"/>
              </a:rPr>
              <a:t>CONCLUSION</a:t>
            </a:r>
            <a:r>
              <a:rPr lang="en-GB" sz="2800" dirty="0">
                <a:solidFill>
                  <a:srgbClr val="FF0000"/>
                </a:solidFill>
                <a:cs typeface="Calibri Light" panose="020F0302020204030204"/>
              </a:rPr>
              <a:t>:</a:t>
            </a:r>
            <a:endParaRPr lang="en-IN" sz="2800" dirty="0"/>
          </a:p>
        </p:txBody>
      </p:sp>
      <p:sp>
        <p:nvSpPr>
          <p:cNvPr id="3" name="Content Placeholder 2"/>
          <p:cNvSpPr>
            <a:spLocks noGrp="1"/>
          </p:cNvSpPr>
          <p:nvPr>
            <p:ph idx="1"/>
          </p:nvPr>
        </p:nvSpPr>
        <p:spPr>
          <a:xfrm>
            <a:off x="838200" y="1210614"/>
            <a:ext cx="10515600" cy="4966349"/>
          </a:xfrm>
        </p:spPr>
        <p:txBody>
          <a:bodyPr>
            <a:normAutofit/>
          </a:bodyPr>
          <a:lstStyle/>
          <a:p>
            <a:r>
              <a:rPr lang="en-US" sz="2400" dirty="0"/>
              <a:t>The Student Council Election Hub serves as a vital platform that promotes democratic participation, transparency, and student engagement within the college community. </a:t>
            </a:r>
          </a:p>
          <a:p>
            <a:r>
              <a:rPr lang="en-US" sz="2400" dirty="0"/>
              <a:t>By providing easy access to candidate information, voting procedures, and election updates, the hub empowers students to make informed decisions and encourages active involvement in college governance.</a:t>
            </a:r>
          </a:p>
          <a:p>
            <a:r>
              <a:rPr lang="en-US" sz="2400" dirty="0"/>
              <a:t> Ultimately, it fosters leadership skills and a sense of responsibility among students, contributing to a more vibrant and attractive environment.</a:t>
            </a:r>
          </a:p>
        </p:txBody>
      </p:sp>
    </p:spTree>
    <p:extLst>
      <p:ext uri="{BB962C8B-B14F-4D97-AF65-F5344CB8AC3E}">
        <p14:creationId xmlns:p14="http://schemas.microsoft.com/office/powerpoint/2010/main" val="8484880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06852"/>
          </a:xfrm>
        </p:spPr>
        <p:txBody>
          <a:bodyPr>
            <a:normAutofit/>
          </a:bodyPr>
          <a:lstStyle/>
          <a:p>
            <a:r>
              <a:rPr lang="en-GB" sz="2800" dirty="0">
                <a:solidFill>
                  <a:srgbClr val="FF0000"/>
                </a:solidFill>
                <a:latin typeface="Times New Roman" panose="02020603050405020304"/>
                <a:cs typeface="Times New Roman" panose="02020603050405020304"/>
              </a:rPr>
              <a:t>FUTURE SCOPE</a:t>
            </a:r>
            <a:endParaRPr lang="en-IN" sz="2800" dirty="0"/>
          </a:p>
        </p:txBody>
      </p:sp>
      <p:sp>
        <p:nvSpPr>
          <p:cNvPr id="3" name="Content Placeholder 2"/>
          <p:cNvSpPr>
            <a:spLocks noGrp="1"/>
          </p:cNvSpPr>
          <p:nvPr>
            <p:ph idx="1"/>
          </p:nvPr>
        </p:nvSpPr>
        <p:spPr>
          <a:xfrm>
            <a:off x="838200" y="1171978"/>
            <a:ext cx="10515600" cy="5004985"/>
          </a:xfrm>
        </p:spPr>
        <p:txBody>
          <a:bodyPr>
            <a:normAutofit/>
          </a:bodyPr>
          <a:lstStyle/>
          <a:p>
            <a:pPr>
              <a:lnSpc>
                <a:spcPct val="150000"/>
              </a:lnSpc>
            </a:pPr>
            <a:r>
              <a:rPr lang="en-US" sz="2400" dirty="0"/>
              <a:t>Integrate real-time voting analytics </a:t>
            </a:r>
            <a:endParaRPr lang="en-IN" sz="2400" dirty="0"/>
          </a:p>
          <a:p>
            <a:pPr>
              <a:lnSpc>
                <a:spcPct val="150000"/>
              </a:lnSpc>
            </a:pPr>
            <a:r>
              <a:rPr lang="en-US" sz="2400" dirty="0"/>
              <a:t>Add multimedia candidate profiles (videos, speeches, manifestos)</a:t>
            </a:r>
            <a:endParaRPr lang="en-IN" sz="2400" dirty="0"/>
          </a:p>
          <a:p>
            <a:pPr>
              <a:lnSpc>
                <a:spcPct val="150000"/>
              </a:lnSpc>
            </a:pPr>
            <a:r>
              <a:rPr lang="en-IN" sz="2400" dirty="0"/>
              <a:t>Enhanced Security </a:t>
            </a:r>
          </a:p>
          <a:p>
            <a:pPr>
              <a:lnSpc>
                <a:spcPct val="150000"/>
              </a:lnSpc>
            </a:pPr>
            <a:r>
              <a:rPr lang="en-US" sz="2400" dirty="0"/>
              <a:t>Implement mobile app compatibility for easier access and voting</a:t>
            </a:r>
          </a:p>
          <a:p>
            <a:pPr>
              <a:lnSpc>
                <a:spcPct val="150000"/>
              </a:lnSpc>
            </a:pPr>
            <a:r>
              <a:rPr lang="en-CA" sz="2400" dirty="0"/>
              <a:t>Also tracking results successfully</a:t>
            </a:r>
            <a:endParaRPr lang="en-IN" sz="2400" dirty="0"/>
          </a:p>
        </p:txBody>
      </p:sp>
    </p:spTree>
    <p:extLst>
      <p:ext uri="{BB962C8B-B14F-4D97-AF65-F5344CB8AC3E}">
        <p14:creationId xmlns:p14="http://schemas.microsoft.com/office/powerpoint/2010/main" val="41782790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F6544-DDBD-9583-1514-B9BF8CA21C63}"/>
              </a:ext>
            </a:extLst>
          </p:cNvPr>
          <p:cNvSpPr>
            <a:spLocks noGrp="1"/>
          </p:cNvSpPr>
          <p:nvPr>
            <p:ph type="title"/>
          </p:nvPr>
        </p:nvSpPr>
        <p:spPr>
          <a:xfrm>
            <a:off x="812800" y="263525"/>
            <a:ext cx="10515600" cy="996315"/>
          </a:xfrm>
        </p:spPr>
        <p:txBody>
          <a:bodyPr>
            <a:normAutofit/>
          </a:bodyPr>
          <a:lstStyle/>
          <a:p>
            <a:r>
              <a:rPr lang="en-US" sz="2800" dirty="0">
                <a:solidFill>
                  <a:srgbClr val="FF0000"/>
                </a:solidFill>
                <a:latin typeface="Times New Roman" panose="02020603050405020304" pitchFamily="18" charset="0"/>
                <a:cs typeface="Times New Roman" panose="02020603050405020304" pitchFamily="18" charset="0"/>
              </a:rPr>
              <a:t>References:</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1DC326D-3972-47CC-DFC8-D4C0C1A23190}"/>
              </a:ext>
            </a:extLst>
          </p:cNvPr>
          <p:cNvSpPr>
            <a:spLocks noGrp="1"/>
          </p:cNvSpPr>
          <p:nvPr>
            <p:ph idx="1"/>
          </p:nvPr>
        </p:nvSpPr>
        <p:spPr>
          <a:xfrm>
            <a:off x="838200" y="1341120"/>
            <a:ext cx="10515600" cy="4835843"/>
          </a:xfrm>
        </p:spPr>
        <p:txBody>
          <a:bodyPr>
            <a:normAutofit/>
          </a:bodyPr>
          <a:lstStyle/>
          <a:p>
            <a:r>
              <a:rPr lang="en-IN" sz="2400" dirty="0">
                <a:latin typeface="Times New Roman" panose="02020603050405020304" pitchFamily="18" charset="0"/>
                <a:cs typeface="Times New Roman" panose="02020603050405020304" pitchFamily="18" charset="0"/>
              </a:rPr>
              <a:t>Open Source Voting System (</a:t>
            </a:r>
            <a:r>
              <a:rPr lang="en-IN" sz="2400" dirty="0" err="1">
                <a:latin typeface="Times New Roman" panose="02020603050405020304" pitchFamily="18" charset="0"/>
                <a:cs typeface="Times New Roman" panose="02020603050405020304" pitchFamily="18" charset="0"/>
              </a:rPr>
              <a:t>GitHub</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Online Voting System (using </a:t>
            </a:r>
            <a:r>
              <a:rPr lang="en-IN" sz="2400" dirty="0" err="1">
                <a:latin typeface="Times New Roman" panose="02020603050405020304" pitchFamily="18" charset="0"/>
                <a:cs typeface="Times New Roman" panose="02020603050405020304" pitchFamily="18" charset="0"/>
              </a:rPr>
              <a:t>MySQL</a:t>
            </a:r>
            <a:r>
              <a:rPr lang="en-IN" sz="2400" dirty="0">
                <a:latin typeface="Times New Roman" panose="02020603050405020304" pitchFamily="18" charset="0"/>
                <a:cs typeface="Times New Roman" panose="02020603050405020304" pitchFamily="18" charset="0"/>
              </a:rPr>
              <a:t>)</a:t>
            </a:r>
          </a:p>
          <a:p>
            <a:r>
              <a:rPr lang="en-IN" sz="2400" dirty="0" err="1">
                <a:latin typeface="Times New Roman" panose="02020603050405020304" pitchFamily="18" charset="0"/>
                <a:cs typeface="Times New Roman" panose="02020603050405020304" pitchFamily="18" charset="0"/>
              </a:rPr>
              <a:t>Edutopia</a:t>
            </a:r>
            <a:r>
              <a:rPr lang="en-IN" sz="2400" dirty="0">
                <a:latin typeface="Times New Roman" panose="02020603050405020304" pitchFamily="18" charset="0"/>
                <a:cs typeface="Times New Roman" panose="02020603050405020304" pitchFamily="18" charset="0"/>
              </a:rPr>
              <a:t> – Student Council Election Tips</a:t>
            </a:r>
          </a:p>
        </p:txBody>
      </p:sp>
    </p:spTree>
    <p:extLst>
      <p:ext uri="{BB962C8B-B14F-4D97-AF65-F5344CB8AC3E}">
        <p14:creationId xmlns:p14="http://schemas.microsoft.com/office/powerpoint/2010/main" val="11842877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w To Write A Thank You Note In Five Easy Steps"/>
          <p:cNvPicPr>
            <a:picLocks noChangeAspect="1" noChangeArrowheads="1"/>
          </p:cNvPicPr>
          <p:nvPr/>
        </p:nvPicPr>
        <p:blipFill>
          <a:blip r:embed="rId2"/>
          <a:srcRect/>
          <a:stretch>
            <a:fillRect/>
          </a:stretch>
        </p:blipFill>
        <p:spPr bwMode="auto">
          <a:xfrm>
            <a:off x="1156602" y="799380"/>
            <a:ext cx="10230083" cy="5495926"/>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908</TotalTime>
  <Words>2000</Words>
  <Application>Microsoft Office PowerPoint</Application>
  <PresentationFormat>Widescreen</PresentationFormat>
  <Paragraphs>293</Paragraphs>
  <Slides>40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Calibri Light</vt:lpstr>
      <vt:lpstr>Times New Roman</vt:lpstr>
      <vt:lpstr>Office Theme</vt:lpstr>
      <vt:lpstr>PowerPoint Presentation</vt:lpstr>
      <vt:lpstr>CONTENTS</vt:lpstr>
      <vt:lpstr> INTRODUCTION</vt:lpstr>
      <vt:lpstr>EXISTING SYSTEM</vt:lpstr>
      <vt:lpstr>DISADVANTAGES</vt:lpstr>
      <vt:lpstr>PROPOSED SYSTEM</vt:lpstr>
      <vt:lpstr>  ADVANTAGES</vt:lpstr>
      <vt:lpstr>FUNCTIONAL REQUIREMENTS</vt:lpstr>
      <vt:lpstr>NON-FUNCTIONAL REQUIREMENTS</vt:lpstr>
      <vt:lpstr>MODULES</vt:lpstr>
      <vt:lpstr>.</vt:lpstr>
      <vt:lpstr>TECHNICAL ARCHITECTURE</vt:lpstr>
      <vt:lpstr>SYSTEM ARCHITECTURE</vt:lpstr>
      <vt:lpstr>COMPUTATIONAL RESOURCES</vt:lpstr>
      <vt:lpstr>COMPUTATIONAL RESOURCES</vt:lpstr>
      <vt:lpstr> UML DIAGRAMS</vt:lpstr>
      <vt:lpstr>Class diagram: </vt:lpstr>
      <vt:lpstr>Sequence diagram: </vt:lpstr>
      <vt:lpstr>Activity diagram: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Screenshots: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it staff</dc:creator>
  <cp:lastModifiedBy>laxmiprassu110@gmail.com</cp:lastModifiedBy>
  <cp:revision>76</cp:revision>
  <dcterms:created xsi:type="dcterms:W3CDTF">2024-12-05T14:08:00Z</dcterms:created>
  <dcterms:modified xsi:type="dcterms:W3CDTF">2025-05-29T13:12:33Z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9142BE7F75D74293A3C48CF472669E9C_11</vt:lpwstr>
  </property>
  <property fmtid="{D5CDD505-2E9C-101B-9397-08002B2CF9AE}" pid="3" name="KSOProductBuildVer">
    <vt:lpwstr>2057-12.2.0.18639</vt:lpwstr>
  </property>
</Properties>
</file>